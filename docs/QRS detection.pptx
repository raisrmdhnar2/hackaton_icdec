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0F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04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9D57-DF4E-4F89-B847-4B567CFF64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0E9-F57F-4C00-A32A-7D6DDFC64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01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9D57-DF4E-4F89-B847-4B567CFF64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0E9-F57F-4C00-A32A-7D6DDFC64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66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9D57-DF4E-4F89-B847-4B567CFF64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0E9-F57F-4C00-A32A-7D6DDFC64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19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9D57-DF4E-4F89-B847-4B567CFF64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0E9-F57F-4C00-A32A-7D6DDFC64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74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9D57-DF4E-4F89-B847-4B567CFF64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0E9-F57F-4C00-A32A-7D6DDFC64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13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9D57-DF4E-4F89-B847-4B567CFF64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0E9-F57F-4C00-A32A-7D6DDFC64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1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9D57-DF4E-4F89-B847-4B567CFF64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0E9-F57F-4C00-A32A-7D6DDFC64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41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9D57-DF4E-4F89-B847-4B567CFF64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0E9-F57F-4C00-A32A-7D6DDFC64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7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9D57-DF4E-4F89-B847-4B567CFF64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0E9-F57F-4C00-A32A-7D6DDFC64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35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9D57-DF4E-4F89-B847-4B567CFF64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0E9-F57F-4C00-A32A-7D6DDFC64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07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9D57-DF4E-4F89-B847-4B567CFF64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0E9-F57F-4C00-A32A-7D6DDFC64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09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09D57-DF4E-4F89-B847-4B567CFF64C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3920E9-F57F-4C00-A32A-7D6DDFC64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32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Picture 226">
            <a:extLst>
              <a:ext uri="{FF2B5EF4-FFF2-40B4-BE49-F238E27FC236}">
                <a16:creationId xmlns:a16="http://schemas.microsoft.com/office/drawing/2014/main" id="{9A7C6CD2-96F2-F60D-9B51-C3507709D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5335" y="70001"/>
            <a:ext cx="9639300" cy="2554703"/>
          </a:xfrm>
          <a:prstGeom prst="rect">
            <a:avLst/>
          </a:prstGeom>
        </p:spPr>
      </p:pic>
      <p:grpSp>
        <p:nvGrpSpPr>
          <p:cNvPr id="218" name="Group 217">
            <a:extLst>
              <a:ext uri="{FF2B5EF4-FFF2-40B4-BE49-F238E27FC236}">
                <a16:creationId xmlns:a16="http://schemas.microsoft.com/office/drawing/2014/main" id="{51B7A135-7F5B-A8DB-F395-DBEF4418AB33}"/>
              </a:ext>
            </a:extLst>
          </p:cNvPr>
          <p:cNvGrpSpPr/>
          <p:nvPr/>
        </p:nvGrpSpPr>
        <p:grpSpPr>
          <a:xfrm>
            <a:off x="0" y="2707005"/>
            <a:ext cx="9144000" cy="3041650"/>
            <a:chOff x="1298575" y="2943225"/>
            <a:chExt cx="9144000" cy="3041650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670448A2-2336-CED0-8288-E9D00121849B}"/>
                </a:ext>
              </a:extLst>
            </p:cNvPr>
            <p:cNvGrpSpPr/>
            <p:nvPr/>
          </p:nvGrpSpPr>
          <p:grpSpPr>
            <a:xfrm>
              <a:off x="4346575" y="2943225"/>
              <a:ext cx="3048000" cy="3041650"/>
              <a:chOff x="4346575" y="2943225"/>
              <a:chExt cx="3048000" cy="304165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687C7063-BC77-F3A1-8702-CFFBCA25374F}"/>
                  </a:ext>
                </a:extLst>
              </p:cNvPr>
              <p:cNvGrpSpPr/>
              <p:nvPr/>
            </p:nvGrpSpPr>
            <p:grpSpPr>
              <a:xfrm>
                <a:off x="4346575" y="2943225"/>
                <a:ext cx="1524000" cy="3041650"/>
                <a:chOff x="4346575" y="2943225"/>
                <a:chExt cx="1524000" cy="304165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51FBE7F4-F765-587B-93AA-7260BFEFD52C}"/>
                    </a:ext>
                  </a:extLst>
                </p:cNvPr>
                <p:cNvGrpSpPr/>
                <p:nvPr/>
              </p:nvGrpSpPr>
              <p:grpSpPr>
                <a:xfrm>
                  <a:off x="4346575" y="2943225"/>
                  <a:ext cx="762000" cy="3041650"/>
                  <a:chOff x="4346575" y="2943225"/>
                  <a:chExt cx="762000" cy="3041650"/>
                </a:xfrm>
              </p:grpSpPr>
              <p:grpSp>
                <p:nvGrpSpPr>
                  <p:cNvPr id="35" name="Group 34">
                    <a:extLst>
                      <a:ext uri="{FF2B5EF4-FFF2-40B4-BE49-F238E27FC236}">
                        <a16:creationId xmlns:a16="http://schemas.microsoft.com/office/drawing/2014/main" id="{7E1CA241-D480-4891-09AC-E05E8E1ACF62}"/>
                      </a:ext>
                    </a:extLst>
                  </p:cNvPr>
                  <p:cNvGrpSpPr/>
                  <p:nvPr/>
                </p:nvGrpSpPr>
                <p:grpSpPr>
                  <a:xfrm>
                    <a:off x="4346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A185D4FD-B8CE-F0F7-D1EE-C8626BC68D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0" name="Rectangle 9">
                        <a:extLst>
                          <a:ext uri="{FF2B5EF4-FFF2-40B4-BE49-F238E27FC236}">
                            <a16:creationId xmlns:a16="http://schemas.microsoft.com/office/drawing/2014/main" id="{715D87B1-63E5-7437-BB5E-B16513F7DF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83C37DDE-24F1-600E-7F47-08EE0911DB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32" name="Group 31">
                      <a:extLst>
                        <a:ext uri="{FF2B5EF4-FFF2-40B4-BE49-F238E27FC236}">
                          <a16:creationId xmlns:a16="http://schemas.microsoft.com/office/drawing/2014/main" id="{B03401BA-7CDB-0C20-463C-FD90F88EEC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33" name="Rectangle 32">
                        <a:extLst>
                          <a:ext uri="{FF2B5EF4-FFF2-40B4-BE49-F238E27FC236}">
                            <a16:creationId xmlns:a16="http://schemas.microsoft.com/office/drawing/2014/main" id="{50517F9A-21D9-D8CB-881B-BF36C5D8EF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4" name="Rectangle 33">
                        <a:extLst>
                          <a:ext uri="{FF2B5EF4-FFF2-40B4-BE49-F238E27FC236}">
                            <a16:creationId xmlns:a16="http://schemas.microsoft.com/office/drawing/2014/main" id="{81F9F83A-1AB6-816C-E750-8ECF44CAC6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36" name="Group 35">
                    <a:extLst>
                      <a:ext uri="{FF2B5EF4-FFF2-40B4-BE49-F238E27FC236}">
                        <a16:creationId xmlns:a16="http://schemas.microsoft.com/office/drawing/2014/main" id="{2028D317-26A8-936E-978E-3D9880D68F3E}"/>
                      </a:ext>
                    </a:extLst>
                  </p:cNvPr>
                  <p:cNvGrpSpPr/>
                  <p:nvPr/>
                </p:nvGrpSpPr>
                <p:grpSpPr>
                  <a:xfrm>
                    <a:off x="4727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37" name="Group 36">
                      <a:extLst>
                        <a:ext uri="{FF2B5EF4-FFF2-40B4-BE49-F238E27FC236}">
                          <a16:creationId xmlns:a16="http://schemas.microsoft.com/office/drawing/2014/main" id="{ACE33714-BB14-8BE6-42B6-B377CB92C1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41" name="Rectangle 40">
                        <a:extLst>
                          <a:ext uri="{FF2B5EF4-FFF2-40B4-BE49-F238E27FC236}">
                            <a16:creationId xmlns:a16="http://schemas.microsoft.com/office/drawing/2014/main" id="{C1B90491-8982-102E-3290-5FDECEE125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42" name="Rectangle 41">
                        <a:extLst>
                          <a:ext uri="{FF2B5EF4-FFF2-40B4-BE49-F238E27FC236}">
                            <a16:creationId xmlns:a16="http://schemas.microsoft.com/office/drawing/2014/main" id="{1A30CB8E-18A5-FEA2-10B9-89DC9B00B1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38" name="Group 37">
                      <a:extLst>
                        <a:ext uri="{FF2B5EF4-FFF2-40B4-BE49-F238E27FC236}">
                          <a16:creationId xmlns:a16="http://schemas.microsoft.com/office/drawing/2014/main" id="{B7284DE1-5522-35C1-F905-0ACE94ED2C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315CB444-A864-93BE-AF2B-3A3ACE70DD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40" name="Rectangle 39">
                        <a:extLst>
                          <a:ext uri="{FF2B5EF4-FFF2-40B4-BE49-F238E27FC236}">
                            <a16:creationId xmlns:a16="http://schemas.microsoft.com/office/drawing/2014/main" id="{E5152350-5EAA-8A63-7EBB-078272748F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0FC9C7E7-3BC1-7A3F-61D0-819DF23FE52E}"/>
                    </a:ext>
                  </a:extLst>
                </p:cNvPr>
                <p:cNvGrpSpPr/>
                <p:nvPr/>
              </p:nvGrpSpPr>
              <p:grpSpPr>
                <a:xfrm>
                  <a:off x="5108575" y="2943225"/>
                  <a:ext cx="762000" cy="3041650"/>
                  <a:chOff x="4346575" y="2943225"/>
                  <a:chExt cx="762000" cy="3041650"/>
                </a:xfrm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553A613D-D621-72DC-CF59-AD0A43C7DA0A}"/>
                      </a:ext>
                    </a:extLst>
                  </p:cNvPr>
                  <p:cNvGrpSpPr/>
                  <p:nvPr/>
                </p:nvGrpSpPr>
                <p:grpSpPr>
                  <a:xfrm>
                    <a:off x="4346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53" name="Group 52">
                      <a:extLst>
                        <a:ext uri="{FF2B5EF4-FFF2-40B4-BE49-F238E27FC236}">
                          <a16:creationId xmlns:a16="http://schemas.microsoft.com/office/drawing/2014/main" id="{5769D521-6192-A2C8-C208-C52A9907A1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57" name="Rectangle 56">
                        <a:extLst>
                          <a:ext uri="{FF2B5EF4-FFF2-40B4-BE49-F238E27FC236}">
                            <a16:creationId xmlns:a16="http://schemas.microsoft.com/office/drawing/2014/main" id="{E22B5562-3167-37CB-B843-6C2DEF306A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8" name="Rectangle 57">
                        <a:extLst>
                          <a:ext uri="{FF2B5EF4-FFF2-40B4-BE49-F238E27FC236}">
                            <a16:creationId xmlns:a16="http://schemas.microsoft.com/office/drawing/2014/main" id="{159E9178-C53E-CB0A-A4BB-F624925758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54" name="Group 53">
                      <a:extLst>
                        <a:ext uri="{FF2B5EF4-FFF2-40B4-BE49-F238E27FC236}">
                          <a16:creationId xmlns:a16="http://schemas.microsoft.com/office/drawing/2014/main" id="{4796A45A-2673-0BAA-4A92-DF235C72E8B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55" name="Rectangle 54">
                        <a:extLst>
                          <a:ext uri="{FF2B5EF4-FFF2-40B4-BE49-F238E27FC236}">
                            <a16:creationId xmlns:a16="http://schemas.microsoft.com/office/drawing/2014/main" id="{AB02C6CE-3714-E4EE-5192-FBFC13C033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6" name="Rectangle 55">
                        <a:extLst>
                          <a:ext uri="{FF2B5EF4-FFF2-40B4-BE49-F238E27FC236}">
                            <a16:creationId xmlns:a16="http://schemas.microsoft.com/office/drawing/2014/main" id="{02BFBCB6-0EB2-A647-13BD-D63FF9FEF5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F59B517A-1122-EDFA-DC42-9584BA97161F}"/>
                      </a:ext>
                    </a:extLst>
                  </p:cNvPr>
                  <p:cNvGrpSpPr/>
                  <p:nvPr/>
                </p:nvGrpSpPr>
                <p:grpSpPr>
                  <a:xfrm>
                    <a:off x="4727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47" name="Group 46">
                      <a:extLst>
                        <a:ext uri="{FF2B5EF4-FFF2-40B4-BE49-F238E27FC236}">
                          <a16:creationId xmlns:a16="http://schemas.microsoft.com/office/drawing/2014/main" id="{42A53096-FD2E-3912-5FCC-9209988527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51" name="Rectangle 50">
                        <a:extLst>
                          <a:ext uri="{FF2B5EF4-FFF2-40B4-BE49-F238E27FC236}">
                            <a16:creationId xmlns:a16="http://schemas.microsoft.com/office/drawing/2014/main" id="{F8E55129-0FC2-30D5-A435-536E837C96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2" name="Rectangle 51">
                        <a:extLst>
                          <a:ext uri="{FF2B5EF4-FFF2-40B4-BE49-F238E27FC236}">
                            <a16:creationId xmlns:a16="http://schemas.microsoft.com/office/drawing/2014/main" id="{39E1028C-649F-B665-E6A0-632863FB78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48" name="Group 47">
                      <a:extLst>
                        <a:ext uri="{FF2B5EF4-FFF2-40B4-BE49-F238E27FC236}">
                          <a16:creationId xmlns:a16="http://schemas.microsoft.com/office/drawing/2014/main" id="{8FA89B9C-0A83-A45F-2F75-35CB98E681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49" name="Rectangle 48">
                        <a:extLst>
                          <a:ext uri="{FF2B5EF4-FFF2-40B4-BE49-F238E27FC236}">
                            <a16:creationId xmlns:a16="http://schemas.microsoft.com/office/drawing/2014/main" id="{57B9E709-0F37-DDAB-AABF-67CDA55CBE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0" name="Rectangle 49">
                        <a:extLst>
                          <a:ext uri="{FF2B5EF4-FFF2-40B4-BE49-F238E27FC236}">
                            <a16:creationId xmlns:a16="http://schemas.microsoft.com/office/drawing/2014/main" id="{0F6D013D-4230-0E54-4264-333A506FD5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</p:grp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78D42DB0-1097-E22C-402C-2EA2114CFA2D}"/>
                  </a:ext>
                </a:extLst>
              </p:cNvPr>
              <p:cNvGrpSpPr/>
              <p:nvPr/>
            </p:nvGrpSpPr>
            <p:grpSpPr>
              <a:xfrm>
                <a:off x="5870575" y="2943225"/>
                <a:ext cx="1524000" cy="3041650"/>
                <a:chOff x="4346575" y="2943225"/>
                <a:chExt cx="1524000" cy="3041650"/>
              </a:xfrm>
            </p:grpSpPr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C59F316E-85B3-9875-7E33-CEDB56564576}"/>
                    </a:ext>
                  </a:extLst>
                </p:cNvPr>
                <p:cNvGrpSpPr/>
                <p:nvPr/>
              </p:nvGrpSpPr>
              <p:grpSpPr>
                <a:xfrm>
                  <a:off x="4346575" y="2943225"/>
                  <a:ext cx="762000" cy="3041650"/>
                  <a:chOff x="4346575" y="2943225"/>
                  <a:chExt cx="762000" cy="3041650"/>
                </a:xfrm>
              </p:grpSpPr>
              <p:grpSp>
                <p:nvGrpSpPr>
                  <p:cNvPr id="77" name="Group 76">
                    <a:extLst>
                      <a:ext uri="{FF2B5EF4-FFF2-40B4-BE49-F238E27FC236}">
                        <a16:creationId xmlns:a16="http://schemas.microsoft.com/office/drawing/2014/main" id="{0046A452-CBC8-781D-DA37-8EE2F28FC5F3}"/>
                      </a:ext>
                    </a:extLst>
                  </p:cNvPr>
                  <p:cNvGrpSpPr/>
                  <p:nvPr/>
                </p:nvGrpSpPr>
                <p:grpSpPr>
                  <a:xfrm>
                    <a:off x="4346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85" name="Group 84">
                      <a:extLst>
                        <a:ext uri="{FF2B5EF4-FFF2-40B4-BE49-F238E27FC236}">
                          <a16:creationId xmlns:a16="http://schemas.microsoft.com/office/drawing/2014/main" id="{92B3423F-0511-6517-28A7-408A5028B3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89" name="Rectangle 88">
                        <a:extLst>
                          <a:ext uri="{FF2B5EF4-FFF2-40B4-BE49-F238E27FC236}">
                            <a16:creationId xmlns:a16="http://schemas.microsoft.com/office/drawing/2014/main" id="{5F6EE711-412F-BB90-5BD4-5843C5B032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90" name="Rectangle 89">
                        <a:extLst>
                          <a:ext uri="{FF2B5EF4-FFF2-40B4-BE49-F238E27FC236}">
                            <a16:creationId xmlns:a16="http://schemas.microsoft.com/office/drawing/2014/main" id="{D6449132-EB26-47B7-07F7-6C6293F378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86" name="Group 85">
                      <a:extLst>
                        <a:ext uri="{FF2B5EF4-FFF2-40B4-BE49-F238E27FC236}">
                          <a16:creationId xmlns:a16="http://schemas.microsoft.com/office/drawing/2014/main" id="{4E776368-B6E5-B209-E29F-85919CF2A65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87" name="Rectangle 86">
                        <a:extLst>
                          <a:ext uri="{FF2B5EF4-FFF2-40B4-BE49-F238E27FC236}">
                            <a16:creationId xmlns:a16="http://schemas.microsoft.com/office/drawing/2014/main" id="{D8B9F824-61CD-691B-B5CA-D4C4E99DBA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8" name="Rectangle 87">
                        <a:extLst>
                          <a:ext uri="{FF2B5EF4-FFF2-40B4-BE49-F238E27FC236}">
                            <a16:creationId xmlns:a16="http://schemas.microsoft.com/office/drawing/2014/main" id="{2B7F791D-514C-0F49-D1E6-02A8576C94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78" name="Group 77">
                    <a:extLst>
                      <a:ext uri="{FF2B5EF4-FFF2-40B4-BE49-F238E27FC236}">
                        <a16:creationId xmlns:a16="http://schemas.microsoft.com/office/drawing/2014/main" id="{8A86217B-ED38-47A5-C43D-78D1358F1CA0}"/>
                      </a:ext>
                    </a:extLst>
                  </p:cNvPr>
                  <p:cNvGrpSpPr/>
                  <p:nvPr/>
                </p:nvGrpSpPr>
                <p:grpSpPr>
                  <a:xfrm>
                    <a:off x="4727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79" name="Group 78">
                      <a:extLst>
                        <a:ext uri="{FF2B5EF4-FFF2-40B4-BE49-F238E27FC236}">
                          <a16:creationId xmlns:a16="http://schemas.microsoft.com/office/drawing/2014/main" id="{0CFC6E5A-1EB3-1431-FE11-31CCAFB96D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83" name="Rectangle 82">
                        <a:extLst>
                          <a:ext uri="{FF2B5EF4-FFF2-40B4-BE49-F238E27FC236}">
                            <a16:creationId xmlns:a16="http://schemas.microsoft.com/office/drawing/2014/main" id="{05F7B8E2-490C-9EC7-EA41-22423609EF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4" name="Rectangle 83">
                        <a:extLst>
                          <a:ext uri="{FF2B5EF4-FFF2-40B4-BE49-F238E27FC236}">
                            <a16:creationId xmlns:a16="http://schemas.microsoft.com/office/drawing/2014/main" id="{4D237608-2332-438C-3711-A2FFD1863B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80" name="Group 79">
                      <a:extLst>
                        <a:ext uri="{FF2B5EF4-FFF2-40B4-BE49-F238E27FC236}">
                          <a16:creationId xmlns:a16="http://schemas.microsoft.com/office/drawing/2014/main" id="{4D936CAA-3D9B-C426-755C-3E3A03FDF9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81" name="Rectangle 80">
                        <a:extLst>
                          <a:ext uri="{FF2B5EF4-FFF2-40B4-BE49-F238E27FC236}">
                            <a16:creationId xmlns:a16="http://schemas.microsoft.com/office/drawing/2014/main" id="{EDAAFC76-09D5-EF80-337B-F01F83D209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2" name="Rectangle 81">
                        <a:extLst>
                          <a:ext uri="{FF2B5EF4-FFF2-40B4-BE49-F238E27FC236}">
                            <a16:creationId xmlns:a16="http://schemas.microsoft.com/office/drawing/2014/main" id="{CEAD2A2F-F979-45D1-1D1E-06CA4B6948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</p:grp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FB0945B9-4676-BFB1-26F4-40662EB8A5D3}"/>
                    </a:ext>
                  </a:extLst>
                </p:cNvPr>
                <p:cNvGrpSpPr/>
                <p:nvPr/>
              </p:nvGrpSpPr>
              <p:grpSpPr>
                <a:xfrm>
                  <a:off x="5108575" y="2943225"/>
                  <a:ext cx="762000" cy="3041650"/>
                  <a:chOff x="4346575" y="2943225"/>
                  <a:chExt cx="762000" cy="304165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F1998E07-E15B-5AE0-C665-659957AC10B7}"/>
                      </a:ext>
                    </a:extLst>
                  </p:cNvPr>
                  <p:cNvGrpSpPr/>
                  <p:nvPr/>
                </p:nvGrpSpPr>
                <p:grpSpPr>
                  <a:xfrm>
                    <a:off x="4346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71" name="Group 70">
                      <a:extLst>
                        <a:ext uri="{FF2B5EF4-FFF2-40B4-BE49-F238E27FC236}">
                          <a16:creationId xmlns:a16="http://schemas.microsoft.com/office/drawing/2014/main" id="{EBFCD842-F624-031E-5577-4676EBB354E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75" name="Rectangle 74">
                        <a:extLst>
                          <a:ext uri="{FF2B5EF4-FFF2-40B4-BE49-F238E27FC236}">
                            <a16:creationId xmlns:a16="http://schemas.microsoft.com/office/drawing/2014/main" id="{A7177500-625A-523C-9655-0C4F83FD13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6" name="Rectangle 75">
                        <a:extLst>
                          <a:ext uri="{FF2B5EF4-FFF2-40B4-BE49-F238E27FC236}">
                            <a16:creationId xmlns:a16="http://schemas.microsoft.com/office/drawing/2014/main" id="{4FA74EAF-DED8-656F-22AE-B85442B74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72" name="Group 71">
                      <a:extLst>
                        <a:ext uri="{FF2B5EF4-FFF2-40B4-BE49-F238E27FC236}">
                          <a16:creationId xmlns:a16="http://schemas.microsoft.com/office/drawing/2014/main" id="{9642BEDF-DABE-E99E-4231-FD828C8BE7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73" name="Rectangle 72">
                        <a:extLst>
                          <a:ext uri="{FF2B5EF4-FFF2-40B4-BE49-F238E27FC236}">
                            <a16:creationId xmlns:a16="http://schemas.microsoft.com/office/drawing/2014/main" id="{59064A3A-2F35-ECE9-838B-3C4E54CB2D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4" name="Rectangle 73">
                        <a:extLst>
                          <a:ext uri="{FF2B5EF4-FFF2-40B4-BE49-F238E27FC236}">
                            <a16:creationId xmlns:a16="http://schemas.microsoft.com/office/drawing/2014/main" id="{92BBBFBA-3A3F-3888-8709-3F0D0795F8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64" name="Group 63">
                    <a:extLst>
                      <a:ext uri="{FF2B5EF4-FFF2-40B4-BE49-F238E27FC236}">
                        <a16:creationId xmlns:a16="http://schemas.microsoft.com/office/drawing/2014/main" id="{2868BB26-41D6-EE69-8D4D-967DB6976F62}"/>
                      </a:ext>
                    </a:extLst>
                  </p:cNvPr>
                  <p:cNvGrpSpPr/>
                  <p:nvPr/>
                </p:nvGrpSpPr>
                <p:grpSpPr>
                  <a:xfrm>
                    <a:off x="4727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65" name="Group 64">
                      <a:extLst>
                        <a:ext uri="{FF2B5EF4-FFF2-40B4-BE49-F238E27FC236}">
                          <a16:creationId xmlns:a16="http://schemas.microsoft.com/office/drawing/2014/main" id="{1B092F7F-6F95-B906-DDF3-CF81FF9585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69" name="Rectangle 68">
                        <a:extLst>
                          <a:ext uri="{FF2B5EF4-FFF2-40B4-BE49-F238E27FC236}">
                            <a16:creationId xmlns:a16="http://schemas.microsoft.com/office/drawing/2014/main" id="{6D3C05B0-993F-3B3D-5F28-AC2392F6B3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0" name="Rectangle 69">
                        <a:extLst>
                          <a:ext uri="{FF2B5EF4-FFF2-40B4-BE49-F238E27FC236}">
                            <a16:creationId xmlns:a16="http://schemas.microsoft.com/office/drawing/2014/main" id="{59D10058-2E76-8E34-879D-E696CC7293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66" name="Group 65">
                      <a:extLst>
                        <a:ext uri="{FF2B5EF4-FFF2-40B4-BE49-F238E27FC236}">
                          <a16:creationId xmlns:a16="http://schemas.microsoft.com/office/drawing/2014/main" id="{B8B54544-1A39-6CDD-D873-5F0756E250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67" name="Rectangle 66">
                        <a:extLst>
                          <a:ext uri="{FF2B5EF4-FFF2-40B4-BE49-F238E27FC236}">
                            <a16:creationId xmlns:a16="http://schemas.microsoft.com/office/drawing/2014/main" id="{D75CA24A-D2F7-43DE-1B83-2902137359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8" name="Rectangle 67">
                        <a:extLst>
                          <a:ext uri="{FF2B5EF4-FFF2-40B4-BE49-F238E27FC236}">
                            <a16:creationId xmlns:a16="http://schemas.microsoft.com/office/drawing/2014/main" id="{5C0D839C-B9F9-D05D-8DE2-F2491E467A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</p:grpSp>
          </p:grp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D36C63A0-E569-B0FC-3C57-8C912DC85BB3}"/>
                </a:ext>
              </a:extLst>
            </p:cNvPr>
            <p:cNvGrpSpPr/>
            <p:nvPr/>
          </p:nvGrpSpPr>
          <p:grpSpPr>
            <a:xfrm>
              <a:off x="1298575" y="2943225"/>
              <a:ext cx="3048000" cy="3041650"/>
              <a:chOff x="4346575" y="2943225"/>
              <a:chExt cx="3048000" cy="3041650"/>
            </a:xfrm>
          </p:grpSpPr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450AA9BA-1F71-4497-B615-CF436DF13FF5}"/>
                  </a:ext>
                </a:extLst>
              </p:cNvPr>
              <p:cNvGrpSpPr/>
              <p:nvPr/>
            </p:nvGrpSpPr>
            <p:grpSpPr>
              <a:xfrm>
                <a:off x="4346575" y="2943225"/>
                <a:ext cx="1524000" cy="3041650"/>
                <a:chOff x="4346575" y="2943225"/>
                <a:chExt cx="1524000" cy="3041650"/>
              </a:xfrm>
            </p:grpSpPr>
            <p:grpSp>
              <p:nvGrpSpPr>
                <p:cNvPr id="125" name="Group 124">
                  <a:extLst>
                    <a:ext uri="{FF2B5EF4-FFF2-40B4-BE49-F238E27FC236}">
                      <a16:creationId xmlns:a16="http://schemas.microsoft.com/office/drawing/2014/main" id="{88B0A84A-3EA8-B532-777E-FC6FF3B5B5E6}"/>
                    </a:ext>
                  </a:extLst>
                </p:cNvPr>
                <p:cNvGrpSpPr/>
                <p:nvPr/>
              </p:nvGrpSpPr>
              <p:grpSpPr>
                <a:xfrm>
                  <a:off x="4346575" y="2943225"/>
                  <a:ext cx="762000" cy="3041650"/>
                  <a:chOff x="4346575" y="2943225"/>
                  <a:chExt cx="762000" cy="3041650"/>
                </a:xfrm>
              </p:grpSpPr>
              <p:grpSp>
                <p:nvGrpSpPr>
                  <p:cNvPr id="141" name="Group 140">
                    <a:extLst>
                      <a:ext uri="{FF2B5EF4-FFF2-40B4-BE49-F238E27FC236}">
                        <a16:creationId xmlns:a16="http://schemas.microsoft.com/office/drawing/2014/main" id="{63BB6D80-8BFE-77AC-2F16-BB4A26A4E1FD}"/>
                      </a:ext>
                    </a:extLst>
                  </p:cNvPr>
                  <p:cNvGrpSpPr/>
                  <p:nvPr/>
                </p:nvGrpSpPr>
                <p:grpSpPr>
                  <a:xfrm>
                    <a:off x="4346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149" name="Group 148">
                      <a:extLst>
                        <a:ext uri="{FF2B5EF4-FFF2-40B4-BE49-F238E27FC236}">
                          <a16:creationId xmlns:a16="http://schemas.microsoft.com/office/drawing/2014/main" id="{389D2E11-2ACA-D293-74EF-6D97528322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53" name="Rectangle 152">
                        <a:extLst>
                          <a:ext uri="{FF2B5EF4-FFF2-40B4-BE49-F238E27FC236}">
                            <a16:creationId xmlns:a16="http://schemas.microsoft.com/office/drawing/2014/main" id="{35889B27-05B7-D4A6-1FF7-AB93200FCC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54" name="Rectangle 153">
                        <a:extLst>
                          <a:ext uri="{FF2B5EF4-FFF2-40B4-BE49-F238E27FC236}">
                            <a16:creationId xmlns:a16="http://schemas.microsoft.com/office/drawing/2014/main" id="{A316C913-5280-82AF-AE4B-9F5F73DE67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50" name="Group 149">
                      <a:extLst>
                        <a:ext uri="{FF2B5EF4-FFF2-40B4-BE49-F238E27FC236}">
                          <a16:creationId xmlns:a16="http://schemas.microsoft.com/office/drawing/2014/main" id="{80F73E57-89E7-F421-3BF3-10A568B631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51" name="Rectangle 150">
                        <a:extLst>
                          <a:ext uri="{FF2B5EF4-FFF2-40B4-BE49-F238E27FC236}">
                            <a16:creationId xmlns:a16="http://schemas.microsoft.com/office/drawing/2014/main" id="{F484DE0E-4F84-12E8-0965-53B352CA18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52" name="Rectangle 151">
                        <a:extLst>
                          <a:ext uri="{FF2B5EF4-FFF2-40B4-BE49-F238E27FC236}">
                            <a16:creationId xmlns:a16="http://schemas.microsoft.com/office/drawing/2014/main" id="{83E300E5-885D-8961-E3C6-CE083EADD3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42" name="Group 141">
                    <a:extLst>
                      <a:ext uri="{FF2B5EF4-FFF2-40B4-BE49-F238E27FC236}">
                        <a16:creationId xmlns:a16="http://schemas.microsoft.com/office/drawing/2014/main" id="{25851E25-1FA5-2969-67FD-EE4E80A2C98D}"/>
                      </a:ext>
                    </a:extLst>
                  </p:cNvPr>
                  <p:cNvGrpSpPr/>
                  <p:nvPr/>
                </p:nvGrpSpPr>
                <p:grpSpPr>
                  <a:xfrm>
                    <a:off x="4727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143" name="Group 142">
                      <a:extLst>
                        <a:ext uri="{FF2B5EF4-FFF2-40B4-BE49-F238E27FC236}">
                          <a16:creationId xmlns:a16="http://schemas.microsoft.com/office/drawing/2014/main" id="{731F2A7F-E335-D536-FBFC-1CE36AC2EC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47" name="Rectangle 146">
                        <a:extLst>
                          <a:ext uri="{FF2B5EF4-FFF2-40B4-BE49-F238E27FC236}">
                            <a16:creationId xmlns:a16="http://schemas.microsoft.com/office/drawing/2014/main" id="{FB0A97C5-6369-669A-8FA0-E55F2EB4C6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8" name="Rectangle 147">
                        <a:extLst>
                          <a:ext uri="{FF2B5EF4-FFF2-40B4-BE49-F238E27FC236}">
                            <a16:creationId xmlns:a16="http://schemas.microsoft.com/office/drawing/2014/main" id="{69DC2571-824F-F9E3-0857-801D8B309F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44" name="Group 143">
                      <a:extLst>
                        <a:ext uri="{FF2B5EF4-FFF2-40B4-BE49-F238E27FC236}">
                          <a16:creationId xmlns:a16="http://schemas.microsoft.com/office/drawing/2014/main" id="{DF7B5238-F4B1-BB09-8B2D-DAFA87E98B0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45" name="Rectangle 144">
                        <a:extLst>
                          <a:ext uri="{FF2B5EF4-FFF2-40B4-BE49-F238E27FC236}">
                            <a16:creationId xmlns:a16="http://schemas.microsoft.com/office/drawing/2014/main" id="{D8632B93-3545-DB4A-2780-DA6A41A411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6" name="Rectangle 145">
                        <a:extLst>
                          <a:ext uri="{FF2B5EF4-FFF2-40B4-BE49-F238E27FC236}">
                            <a16:creationId xmlns:a16="http://schemas.microsoft.com/office/drawing/2014/main" id="{60499AE2-099C-4E50-61DB-54741D066B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</p:grpSp>
            <p:grpSp>
              <p:nvGrpSpPr>
                <p:cNvPr id="126" name="Group 125">
                  <a:extLst>
                    <a:ext uri="{FF2B5EF4-FFF2-40B4-BE49-F238E27FC236}">
                      <a16:creationId xmlns:a16="http://schemas.microsoft.com/office/drawing/2014/main" id="{B7AA2253-23FB-2E91-184E-105C1A300EDF}"/>
                    </a:ext>
                  </a:extLst>
                </p:cNvPr>
                <p:cNvGrpSpPr/>
                <p:nvPr/>
              </p:nvGrpSpPr>
              <p:grpSpPr>
                <a:xfrm>
                  <a:off x="5108575" y="2943225"/>
                  <a:ext cx="762000" cy="3041650"/>
                  <a:chOff x="4346575" y="2943225"/>
                  <a:chExt cx="762000" cy="3041650"/>
                </a:xfrm>
              </p:grpSpPr>
              <p:grpSp>
                <p:nvGrpSpPr>
                  <p:cNvPr id="127" name="Group 126">
                    <a:extLst>
                      <a:ext uri="{FF2B5EF4-FFF2-40B4-BE49-F238E27FC236}">
                        <a16:creationId xmlns:a16="http://schemas.microsoft.com/office/drawing/2014/main" id="{399A0B3E-E5CB-0E20-92A4-4D417483271B}"/>
                      </a:ext>
                    </a:extLst>
                  </p:cNvPr>
                  <p:cNvGrpSpPr/>
                  <p:nvPr/>
                </p:nvGrpSpPr>
                <p:grpSpPr>
                  <a:xfrm>
                    <a:off x="4346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135" name="Group 134">
                      <a:extLst>
                        <a:ext uri="{FF2B5EF4-FFF2-40B4-BE49-F238E27FC236}">
                          <a16:creationId xmlns:a16="http://schemas.microsoft.com/office/drawing/2014/main" id="{B513A73F-D1BF-2981-172A-84B5588871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39" name="Rectangle 138">
                        <a:extLst>
                          <a:ext uri="{FF2B5EF4-FFF2-40B4-BE49-F238E27FC236}">
                            <a16:creationId xmlns:a16="http://schemas.microsoft.com/office/drawing/2014/main" id="{70A2AD1C-2BAD-01AA-FD31-CB96E704B4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0" name="Rectangle 139">
                        <a:extLst>
                          <a:ext uri="{FF2B5EF4-FFF2-40B4-BE49-F238E27FC236}">
                            <a16:creationId xmlns:a16="http://schemas.microsoft.com/office/drawing/2014/main" id="{862EC7D7-A6EE-052E-3BAA-90B6F5D0EF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36" name="Group 135">
                      <a:extLst>
                        <a:ext uri="{FF2B5EF4-FFF2-40B4-BE49-F238E27FC236}">
                          <a16:creationId xmlns:a16="http://schemas.microsoft.com/office/drawing/2014/main" id="{57A4C7E9-2799-BECA-0E7A-DC247853FEC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37" name="Rectangle 136">
                        <a:extLst>
                          <a:ext uri="{FF2B5EF4-FFF2-40B4-BE49-F238E27FC236}">
                            <a16:creationId xmlns:a16="http://schemas.microsoft.com/office/drawing/2014/main" id="{B7D958F0-8FF8-FBF0-5572-4497EF067D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8" name="Rectangle 137">
                        <a:extLst>
                          <a:ext uri="{FF2B5EF4-FFF2-40B4-BE49-F238E27FC236}">
                            <a16:creationId xmlns:a16="http://schemas.microsoft.com/office/drawing/2014/main" id="{1E57C974-2F77-9B0D-CD47-DFB4FEE4F3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28" name="Group 127">
                    <a:extLst>
                      <a:ext uri="{FF2B5EF4-FFF2-40B4-BE49-F238E27FC236}">
                        <a16:creationId xmlns:a16="http://schemas.microsoft.com/office/drawing/2014/main" id="{4B0FA1E5-5EA3-6AC6-CB14-7DB680B85A71}"/>
                      </a:ext>
                    </a:extLst>
                  </p:cNvPr>
                  <p:cNvGrpSpPr/>
                  <p:nvPr/>
                </p:nvGrpSpPr>
                <p:grpSpPr>
                  <a:xfrm>
                    <a:off x="4727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129" name="Group 128">
                      <a:extLst>
                        <a:ext uri="{FF2B5EF4-FFF2-40B4-BE49-F238E27FC236}">
                          <a16:creationId xmlns:a16="http://schemas.microsoft.com/office/drawing/2014/main" id="{A83B5EC5-4420-16D7-5A4B-FBBCF1D0821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33" name="Rectangle 132">
                        <a:extLst>
                          <a:ext uri="{FF2B5EF4-FFF2-40B4-BE49-F238E27FC236}">
                            <a16:creationId xmlns:a16="http://schemas.microsoft.com/office/drawing/2014/main" id="{3BBBF381-CDAB-F74D-1A58-08F26244F3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4" name="Rectangle 133">
                        <a:extLst>
                          <a:ext uri="{FF2B5EF4-FFF2-40B4-BE49-F238E27FC236}">
                            <a16:creationId xmlns:a16="http://schemas.microsoft.com/office/drawing/2014/main" id="{2C944714-75AC-68B3-A888-7F6A2E82FC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30" name="Group 129">
                      <a:extLst>
                        <a:ext uri="{FF2B5EF4-FFF2-40B4-BE49-F238E27FC236}">
                          <a16:creationId xmlns:a16="http://schemas.microsoft.com/office/drawing/2014/main" id="{348B17F0-ADBC-2B75-2853-1448021F7B1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31" name="Rectangle 130">
                        <a:extLst>
                          <a:ext uri="{FF2B5EF4-FFF2-40B4-BE49-F238E27FC236}">
                            <a16:creationId xmlns:a16="http://schemas.microsoft.com/office/drawing/2014/main" id="{E71FACF9-A8C2-9935-C227-7A092C4844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2" name="Rectangle 131">
                        <a:extLst>
                          <a:ext uri="{FF2B5EF4-FFF2-40B4-BE49-F238E27FC236}">
                            <a16:creationId xmlns:a16="http://schemas.microsoft.com/office/drawing/2014/main" id="{045A6068-71FB-55D1-58BF-FC6BA056B9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</p:grp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B05C8FA9-3EE2-9330-4C48-28CB6FC5832C}"/>
                  </a:ext>
                </a:extLst>
              </p:cNvPr>
              <p:cNvGrpSpPr/>
              <p:nvPr/>
            </p:nvGrpSpPr>
            <p:grpSpPr>
              <a:xfrm>
                <a:off x="5870575" y="2943225"/>
                <a:ext cx="1524000" cy="3041650"/>
                <a:chOff x="4346575" y="2943225"/>
                <a:chExt cx="1524000" cy="3041650"/>
              </a:xfrm>
            </p:grpSpPr>
            <p:grpSp>
              <p:nvGrpSpPr>
                <p:cNvPr id="95" name="Group 94">
                  <a:extLst>
                    <a:ext uri="{FF2B5EF4-FFF2-40B4-BE49-F238E27FC236}">
                      <a16:creationId xmlns:a16="http://schemas.microsoft.com/office/drawing/2014/main" id="{B30F882C-4D57-9C64-5373-49C57F8385C2}"/>
                    </a:ext>
                  </a:extLst>
                </p:cNvPr>
                <p:cNvGrpSpPr/>
                <p:nvPr/>
              </p:nvGrpSpPr>
              <p:grpSpPr>
                <a:xfrm>
                  <a:off x="4346575" y="2943225"/>
                  <a:ext cx="762000" cy="3041650"/>
                  <a:chOff x="4346575" y="2943225"/>
                  <a:chExt cx="762000" cy="3041650"/>
                </a:xfrm>
              </p:grpSpPr>
              <p:grpSp>
                <p:nvGrpSpPr>
                  <p:cNvPr id="111" name="Group 110">
                    <a:extLst>
                      <a:ext uri="{FF2B5EF4-FFF2-40B4-BE49-F238E27FC236}">
                        <a16:creationId xmlns:a16="http://schemas.microsoft.com/office/drawing/2014/main" id="{2F2ABD40-8FA2-DE7A-24C5-77F01237C3AA}"/>
                      </a:ext>
                    </a:extLst>
                  </p:cNvPr>
                  <p:cNvGrpSpPr/>
                  <p:nvPr/>
                </p:nvGrpSpPr>
                <p:grpSpPr>
                  <a:xfrm>
                    <a:off x="4346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119" name="Group 118">
                      <a:extLst>
                        <a:ext uri="{FF2B5EF4-FFF2-40B4-BE49-F238E27FC236}">
                          <a16:creationId xmlns:a16="http://schemas.microsoft.com/office/drawing/2014/main" id="{FF2B04AD-B674-AC17-ADAE-67CBCAC483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23" name="Rectangle 122">
                        <a:extLst>
                          <a:ext uri="{FF2B5EF4-FFF2-40B4-BE49-F238E27FC236}">
                            <a16:creationId xmlns:a16="http://schemas.microsoft.com/office/drawing/2014/main" id="{240DCB1C-2554-3A85-8EA9-7196FDB9E1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4" name="Rectangle 123">
                        <a:extLst>
                          <a:ext uri="{FF2B5EF4-FFF2-40B4-BE49-F238E27FC236}">
                            <a16:creationId xmlns:a16="http://schemas.microsoft.com/office/drawing/2014/main" id="{FA142557-EC72-D017-CBBC-E7214DFB98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20" name="Group 119">
                      <a:extLst>
                        <a:ext uri="{FF2B5EF4-FFF2-40B4-BE49-F238E27FC236}">
                          <a16:creationId xmlns:a16="http://schemas.microsoft.com/office/drawing/2014/main" id="{4A920433-BB0C-200C-85C0-DED361B3E30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21" name="Rectangle 120">
                        <a:extLst>
                          <a:ext uri="{FF2B5EF4-FFF2-40B4-BE49-F238E27FC236}">
                            <a16:creationId xmlns:a16="http://schemas.microsoft.com/office/drawing/2014/main" id="{BCADE51C-8B61-A330-051E-868D14EDCD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2" name="Rectangle 121">
                        <a:extLst>
                          <a:ext uri="{FF2B5EF4-FFF2-40B4-BE49-F238E27FC236}">
                            <a16:creationId xmlns:a16="http://schemas.microsoft.com/office/drawing/2014/main" id="{842AE6A4-F2AF-8C8D-CCFE-CB23DC7A84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12" name="Group 111">
                    <a:extLst>
                      <a:ext uri="{FF2B5EF4-FFF2-40B4-BE49-F238E27FC236}">
                        <a16:creationId xmlns:a16="http://schemas.microsoft.com/office/drawing/2014/main" id="{C3658E49-5475-EFA8-E35E-512954E202CC}"/>
                      </a:ext>
                    </a:extLst>
                  </p:cNvPr>
                  <p:cNvGrpSpPr/>
                  <p:nvPr/>
                </p:nvGrpSpPr>
                <p:grpSpPr>
                  <a:xfrm>
                    <a:off x="4727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113" name="Group 112">
                      <a:extLst>
                        <a:ext uri="{FF2B5EF4-FFF2-40B4-BE49-F238E27FC236}">
                          <a16:creationId xmlns:a16="http://schemas.microsoft.com/office/drawing/2014/main" id="{C4E17FDB-D15F-069A-32E3-3638E4ADF68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17" name="Rectangle 116">
                        <a:extLst>
                          <a:ext uri="{FF2B5EF4-FFF2-40B4-BE49-F238E27FC236}">
                            <a16:creationId xmlns:a16="http://schemas.microsoft.com/office/drawing/2014/main" id="{D8392C15-51C7-0C59-3FF3-3DDDCBB2F7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8" name="Rectangle 117">
                        <a:extLst>
                          <a:ext uri="{FF2B5EF4-FFF2-40B4-BE49-F238E27FC236}">
                            <a16:creationId xmlns:a16="http://schemas.microsoft.com/office/drawing/2014/main" id="{0B49E5B9-7F03-36FE-D3FF-4A29D85C77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14" name="Group 113">
                      <a:extLst>
                        <a:ext uri="{FF2B5EF4-FFF2-40B4-BE49-F238E27FC236}">
                          <a16:creationId xmlns:a16="http://schemas.microsoft.com/office/drawing/2014/main" id="{19F20256-A715-096D-373F-0359695260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15" name="Rectangle 114">
                        <a:extLst>
                          <a:ext uri="{FF2B5EF4-FFF2-40B4-BE49-F238E27FC236}">
                            <a16:creationId xmlns:a16="http://schemas.microsoft.com/office/drawing/2014/main" id="{9C234E46-00ED-D24D-0B38-7C62D15323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6" name="Rectangle 115">
                        <a:extLst>
                          <a:ext uri="{FF2B5EF4-FFF2-40B4-BE49-F238E27FC236}">
                            <a16:creationId xmlns:a16="http://schemas.microsoft.com/office/drawing/2014/main" id="{6214E003-306F-43CF-B284-AA9E7CC42E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</p:grpSp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69424D0E-38D9-D88B-146B-248D7858EA19}"/>
                    </a:ext>
                  </a:extLst>
                </p:cNvPr>
                <p:cNvGrpSpPr/>
                <p:nvPr/>
              </p:nvGrpSpPr>
              <p:grpSpPr>
                <a:xfrm>
                  <a:off x="5108575" y="2943225"/>
                  <a:ext cx="762000" cy="3041650"/>
                  <a:chOff x="4346575" y="2943225"/>
                  <a:chExt cx="762000" cy="3041650"/>
                </a:xfrm>
              </p:grpSpPr>
              <p:grpSp>
                <p:nvGrpSpPr>
                  <p:cNvPr id="97" name="Group 96">
                    <a:extLst>
                      <a:ext uri="{FF2B5EF4-FFF2-40B4-BE49-F238E27FC236}">
                        <a16:creationId xmlns:a16="http://schemas.microsoft.com/office/drawing/2014/main" id="{D9545537-AF2A-67BC-CD17-485CE2335DD6}"/>
                      </a:ext>
                    </a:extLst>
                  </p:cNvPr>
                  <p:cNvGrpSpPr/>
                  <p:nvPr/>
                </p:nvGrpSpPr>
                <p:grpSpPr>
                  <a:xfrm>
                    <a:off x="4346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105" name="Group 104">
                      <a:extLst>
                        <a:ext uri="{FF2B5EF4-FFF2-40B4-BE49-F238E27FC236}">
                          <a16:creationId xmlns:a16="http://schemas.microsoft.com/office/drawing/2014/main" id="{64859CBF-7C9B-08DE-07DA-DF4BB6FF2F7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09" name="Rectangle 108">
                        <a:extLst>
                          <a:ext uri="{FF2B5EF4-FFF2-40B4-BE49-F238E27FC236}">
                            <a16:creationId xmlns:a16="http://schemas.microsoft.com/office/drawing/2014/main" id="{1DA7B559-FB65-0AD2-AC2E-4C212DEDB6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0" name="Rectangle 109">
                        <a:extLst>
                          <a:ext uri="{FF2B5EF4-FFF2-40B4-BE49-F238E27FC236}">
                            <a16:creationId xmlns:a16="http://schemas.microsoft.com/office/drawing/2014/main" id="{ED201BBE-CEB0-EE31-47D2-F058FA64C9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06" name="Group 105">
                      <a:extLst>
                        <a:ext uri="{FF2B5EF4-FFF2-40B4-BE49-F238E27FC236}">
                          <a16:creationId xmlns:a16="http://schemas.microsoft.com/office/drawing/2014/main" id="{D803C6A4-1ADD-256B-138C-B0B0D106A7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07" name="Rectangle 106">
                        <a:extLst>
                          <a:ext uri="{FF2B5EF4-FFF2-40B4-BE49-F238E27FC236}">
                            <a16:creationId xmlns:a16="http://schemas.microsoft.com/office/drawing/2014/main" id="{5F358287-C8E2-408C-28D8-177E69AA61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08" name="Rectangle 107">
                        <a:extLst>
                          <a:ext uri="{FF2B5EF4-FFF2-40B4-BE49-F238E27FC236}">
                            <a16:creationId xmlns:a16="http://schemas.microsoft.com/office/drawing/2014/main" id="{8ECFD06F-0377-0614-E184-E5A511A3A8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98" name="Group 97">
                    <a:extLst>
                      <a:ext uri="{FF2B5EF4-FFF2-40B4-BE49-F238E27FC236}">
                        <a16:creationId xmlns:a16="http://schemas.microsoft.com/office/drawing/2014/main" id="{A5C411A4-3208-F6B3-8BE2-9F1B6063FD47}"/>
                      </a:ext>
                    </a:extLst>
                  </p:cNvPr>
                  <p:cNvGrpSpPr/>
                  <p:nvPr/>
                </p:nvGrpSpPr>
                <p:grpSpPr>
                  <a:xfrm>
                    <a:off x="4727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99" name="Group 98">
                      <a:extLst>
                        <a:ext uri="{FF2B5EF4-FFF2-40B4-BE49-F238E27FC236}">
                          <a16:creationId xmlns:a16="http://schemas.microsoft.com/office/drawing/2014/main" id="{5A302308-E699-2000-45D6-A761E826D9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03" name="Rectangle 102">
                        <a:extLst>
                          <a:ext uri="{FF2B5EF4-FFF2-40B4-BE49-F238E27FC236}">
                            <a16:creationId xmlns:a16="http://schemas.microsoft.com/office/drawing/2014/main" id="{5DEB7707-C3CE-B404-C0C1-BF6D958882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04" name="Rectangle 103">
                        <a:extLst>
                          <a:ext uri="{FF2B5EF4-FFF2-40B4-BE49-F238E27FC236}">
                            <a16:creationId xmlns:a16="http://schemas.microsoft.com/office/drawing/2014/main" id="{39D6C80D-D7EE-C272-9C99-0FF77AB3D3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00" name="Group 99">
                      <a:extLst>
                        <a:ext uri="{FF2B5EF4-FFF2-40B4-BE49-F238E27FC236}">
                          <a16:creationId xmlns:a16="http://schemas.microsoft.com/office/drawing/2014/main" id="{1C2ED528-8581-7137-B1B8-041449B653D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01" name="Rectangle 100">
                        <a:extLst>
                          <a:ext uri="{FF2B5EF4-FFF2-40B4-BE49-F238E27FC236}">
                            <a16:creationId xmlns:a16="http://schemas.microsoft.com/office/drawing/2014/main" id="{24B88934-BE68-FE55-93CB-B59D1D03D5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02" name="Rectangle 101">
                        <a:extLst>
                          <a:ext uri="{FF2B5EF4-FFF2-40B4-BE49-F238E27FC236}">
                            <a16:creationId xmlns:a16="http://schemas.microsoft.com/office/drawing/2014/main" id="{494051E2-E975-CED7-AF67-E0331B4D43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</p:grpSp>
          </p:grpSp>
        </p:grp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0D1E6937-303B-829D-75A2-DF9C67E9D04B}"/>
                </a:ext>
              </a:extLst>
            </p:cNvPr>
            <p:cNvGrpSpPr/>
            <p:nvPr/>
          </p:nvGrpSpPr>
          <p:grpSpPr>
            <a:xfrm>
              <a:off x="7394575" y="2943225"/>
              <a:ext cx="3048000" cy="3041650"/>
              <a:chOff x="4346575" y="2943225"/>
              <a:chExt cx="3048000" cy="3041650"/>
            </a:xfrm>
          </p:grpSpPr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FB939875-1040-706C-8D8E-A65DB6F90AB3}"/>
                  </a:ext>
                </a:extLst>
              </p:cNvPr>
              <p:cNvGrpSpPr/>
              <p:nvPr/>
            </p:nvGrpSpPr>
            <p:grpSpPr>
              <a:xfrm>
                <a:off x="4346575" y="2943225"/>
                <a:ext cx="1524000" cy="3041650"/>
                <a:chOff x="4346575" y="2943225"/>
                <a:chExt cx="1524000" cy="3041650"/>
              </a:xfrm>
            </p:grpSpPr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65E024FE-3950-5C93-B9D8-CC1C04C45AB0}"/>
                    </a:ext>
                  </a:extLst>
                </p:cNvPr>
                <p:cNvGrpSpPr/>
                <p:nvPr/>
              </p:nvGrpSpPr>
              <p:grpSpPr>
                <a:xfrm>
                  <a:off x="4346575" y="2943225"/>
                  <a:ext cx="762000" cy="3041650"/>
                  <a:chOff x="4346575" y="2943225"/>
                  <a:chExt cx="762000" cy="3041650"/>
                </a:xfrm>
              </p:grpSpPr>
              <p:grpSp>
                <p:nvGrpSpPr>
                  <p:cNvPr id="204" name="Group 203">
                    <a:extLst>
                      <a:ext uri="{FF2B5EF4-FFF2-40B4-BE49-F238E27FC236}">
                        <a16:creationId xmlns:a16="http://schemas.microsoft.com/office/drawing/2014/main" id="{73673FE5-9E75-F658-E7B9-6D76980BBD4D}"/>
                      </a:ext>
                    </a:extLst>
                  </p:cNvPr>
                  <p:cNvGrpSpPr/>
                  <p:nvPr/>
                </p:nvGrpSpPr>
                <p:grpSpPr>
                  <a:xfrm>
                    <a:off x="4346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212" name="Group 211">
                      <a:extLst>
                        <a:ext uri="{FF2B5EF4-FFF2-40B4-BE49-F238E27FC236}">
                          <a16:creationId xmlns:a16="http://schemas.microsoft.com/office/drawing/2014/main" id="{AB5B701F-6051-0E07-AF1B-813F203AD44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216" name="Rectangle 215">
                        <a:extLst>
                          <a:ext uri="{FF2B5EF4-FFF2-40B4-BE49-F238E27FC236}">
                            <a16:creationId xmlns:a16="http://schemas.microsoft.com/office/drawing/2014/main" id="{5520938F-D37E-31BF-0936-55FFACEDD5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7" name="Rectangle 216">
                        <a:extLst>
                          <a:ext uri="{FF2B5EF4-FFF2-40B4-BE49-F238E27FC236}">
                            <a16:creationId xmlns:a16="http://schemas.microsoft.com/office/drawing/2014/main" id="{77C8510A-C8A8-4FAF-283D-6F08CDF8DD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213" name="Group 212">
                      <a:extLst>
                        <a:ext uri="{FF2B5EF4-FFF2-40B4-BE49-F238E27FC236}">
                          <a16:creationId xmlns:a16="http://schemas.microsoft.com/office/drawing/2014/main" id="{6AB58FA1-0EE0-580B-F3F8-0C7361FD439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214" name="Rectangle 213">
                        <a:extLst>
                          <a:ext uri="{FF2B5EF4-FFF2-40B4-BE49-F238E27FC236}">
                            <a16:creationId xmlns:a16="http://schemas.microsoft.com/office/drawing/2014/main" id="{AF53A17A-4431-7B7E-62F2-247FCF9D6E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5" name="Rectangle 214">
                        <a:extLst>
                          <a:ext uri="{FF2B5EF4-FFF2-40B4-BE49-F238E27FC236}">
                            <a16:creationId xmlns:a16="http://schemas.microsoft.com/office/drawing/2014/main" id="{6A4AC8B6-379D-EADF-1F24-8C6C3B8A66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205" name="Group 204">
                    <a:extLst>
                      <a:ext uri="{FF2B5EF4-FFF2-40B4-BE49-F238E27FC236}">
                        <a16:creationId xmlns:a16="http://schemas.microsoft.com/office/drawing/2014/main" id="{A3668A06-8991-5DFA-0509-0850C7E0442A}"/>
                      </a:ext>
                    </a:extLst>
                  </p:cNvPr>
                  <p:cNvGrpSpPr/>
                  <p:nvPr/>
                </p:nvGrpSpPr>
                <p:grpSpPr>
                  <a:xfrm>
                    <a:off x="4727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206" name="Group 205">
                      <a:extLst>
                        <a:ext uri="{FF2B5EF4-FFF2-40B4-BE49-F238E27FC236}">
                          <a16:creationId xmlns:a16="http://schemas.microsoft.com/office/drawing/2014/main" id="{76B3D8DE-D9A9-FB41-4C0B-F100C367D1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210" name="Rectangle 209">
                        <a:extLst>
                          <a:ext uri="{FF2B5EF4-FFF2-40B4-BE49-F238E27FC236}">
                            <a16:creationId xmlns:a16="http://schemas.microsoft.com/office/drawing/2014/main" id="{C168E1CF-BB56-2322-F827-B40C631F9B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1" name="Rectangle 210">
                        <a:extLst>
                          <a:ext uri="{FF2B5EF4-FFF2-40B4-BE49-F238E27FC236}">
                            <a16:creationId xmlns:a16="http://schemas.microsoft.com/office/drawing/2014/main" id="{4B062B48-C602-F852-2C93-544BB2801F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207" name="Group 206">
                      <a:extLst>
                        <a:ext uri="{FF2B5EF4-FFF2-40B4-BE49-F238E27FC236}">
                          <a16:creationId xmlns:a16="http://schemas.microsoft.com/office/drawing/2014/main" id="{9AA2BF96-57BB-77F5-E397-A63E142222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208" name="Rectangle 207">
                        <a:extLst>
                          <a:ext uri="{FF2B5EF4-FFF2-40B4-BE49-F238E27FC236}">
                            <a16:creationId xmlns:a16="http://schemas.microsoft.com/office/drawing/2014/main" id="{D75D3AD2-94E9-1CE5-EA3E-BFB57A5225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09" name="Rectangle 208">
                        <a:extLst>
                          <a:ext uri="{FF2B5EF4-FFF2-40B4-BE49-F238E27FC236}">
                            <a16:creationId xmlns:a16="http://schemas.microsoft.com/office/drawing/2014/main" id="{15442D91-1F08-C3F5-6C8C-ECFAD3090C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</p:grpSp>
            <p:grpSp>
              <p:nvGrpSpPr>
                <p:cNvPr id="189" name="Group 188">
                  <a:extLst>
                    <a:ext uri="{FF2B5EF4-FFF2-40B4-BE49-F238E27FC236}">
                      <a16:creationId xmlns:a16="http://schemas.microsoft.com/office/drawing/2014/main" id="{2F023FDC-EAF6-B710-0417-40CD93F8C930}"/>
                    </a:ext>
                  </a:extLst>
                </p:cNvPr>
                <p:cNvGrpSpPr/>
                <p:nvPr/>
              </p:nvGrpSpPr>
              <p:grpSpPr>
                <a:xfrm>
                  <a:off x="5108575" y="2943225"/>
                  <a:ext cx="762000" cy="3041650"/>
                  <a:chOff x="4346575" y="2943225"/>
                  <a:chExt cx="762000" cy="3041650"/>
                </a:xfrm>
              </p:grpSpPr>
              <p:grpSp>
                <p:nvGrpSpPr>
                  <p:cNvPr id="190" name="Group 189">
                    <a:extLst>
                      <a:ext uri="{FF2B5EF4-FFF2-40B4-BE49-F238E27FC236}">
                        <a16:creationId xmlns:a16="http://schemas.microsoft.com/office/drawing/2014/main" id="{2DC8E505-06E2-9C4B-9306-32AED7375894}"/>
                      </a:ext>
                    </a:extLst>
                  </p:cNvPr>
                  <p:cNvGrpSpPr/>
                  <p:nvPr/>
                </p:nvGrpSpPr>
                <p:grpSpPr>
                  <a:xfrm>
                    <a:off x="4346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198" name="Group 197">
                      <a:extLst>
                        <a:ext uri="{FF2B5EF4-FFF2-40B4-BE49-F238E27FC236}">
                          <a16:creationId xmlns:a16="http://schemas.microsoft.com/office/drawing/2014/main" id="{B4FD5340-4894-44BB-5EE4-4A5B6B56C05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202" name="Rectangle 201">
                        <a:extLst>
                          <a:ext uri="{FF2B5EF4-FFF2-40B4-BE49-F238E27FC236}">
                            <a16:creationId xmlns:a16="http://schemas.microsoft.com/office/drawing/2014/main" id="{E4DE2D8E-446C-78DA-9388-B06D3EC4AA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03" name="Rectangle 202">
                        <a:extLst>
                          <a:ext uri="{FF2B5EF4-FFF2-40B4-BE49-F238E27FC236}">
                            <a16:creationId xmlns:a16="http://schemas.microsoft.com/office/drawing/2014/main" id="{95892291-049D-73C6-3943-A8F4101B96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99" name="Group 198">
                      <a:extLst>
                        <a:ext uri="{FF2B5EF4-FFF2-40B4-BE49-F238E27FC236}">
                          <a16:creationId xmlns:a16="http://schemas.microsoft.com/office/drawing/2014/main" id="{E7C42541-C138-7398-3847-FBB714140C2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200" name="Rectangle 199">
                        <a:extLst>
                          <a:ext uri="{FF2B5EF4-FFF2-40B4-BE49-F238E27FC236}">
                            <a16:creationId xmlns:a16="http://schemas.microsoft.com/office/drawing/2014/main" id="{77878383-FB04-9CEC-9072-FE3981E9D2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01" name="Rectangle 200">
                        <a:extLst>
                          <a:ext uri="{FF2B5EF4-FFF2-40B4-BE49-F238E27FC236}">
                            <a16:creationId xmlns:a16="http://schemas.microsoft.com/office/drawing/2014/main" id="{1BCD4C46-1449-A0EE-E2FA-21E056C536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91" name="Group 190">
                    <a:extLst>
                      <a:ext uri="{FF2B5EF4-FFF2-40B4-BE49-F238E27FC236}">
                        <a16:creationId xmlns:a16="http://schemas.microsoft.com/office/drawing/2014/main" id="{2FB911F0-0504-5389-EDE2-368657601F30}"/>
                      </a:ext>
                    </a:extLst>
                  </p:cNvPr>
                  <p:cNvGrpSpPr/>
                  <p:nvPr/>
                </p:nvGrpSpPr>
                <p:grpSpPr>
                  <a:xfrm>
                    <a:off x="4727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192" name="Group 191">
                      <a:extLst>
                        <a:ext uri="{FF2B5EF4-FFF2-40B4-BE49-F238E27FC236}">
                          <a16:creationId xmlns:a16="http://schemas.microsoft.com/office/drawing/2014/main" id="{1428AE54-1546-4916-5707-77C0A5774C9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96" name="Rectangle 195">
                        <a:extLst>
                          <a:ext uri="{FF2B5EF4-FFF2-40B4-BE49-F238E27FC236}">
                            <a16:creationId xmlns:a16="http://schemas.microsoft.com/office/drawing/2014/main" id="{9C54A9E9-953F-BC12-2D4B-1065CCF02D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97" name="Rectangle 196">
                        <a:extLst>
                          <a:ext uri="{FF2B5EF4-FFF2-40B4-BE49-F238E27FC236}">
                            <a16:creationId xmlns:a16="http://schemas.microsoft.com/office/drawing/2014/main" id="{AB6A2B62-9F95-4ADB-629F-744A629FFB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93" name="Group 192">
                      <a:extLst>
                        <a:ext uri="{FF2B5EF4-FFF2-40B4-BE49-F238E27FC236}">
                          <a16:creationId xmlns:a16="http://schemas.microsoft.com/office/drawing/2014/main" id="{8F766422-4E48-02FB-820B-3EB73473CA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94" name="Rectangle 193">
                        <a:extLst>
                          <a:ext uri="{FF2B5EF4-FFF2-40B4-BE49-F238E27FC236}">
                            <a16:creationId xmlns:a16="http://schemas.microsoft.com/office/drawing/2014/main" id="{3923B7A1-3F25-496A-D8D2-37D8841F12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95" name="Rectangle 194">
                        <a:extLst>
                          <a:ext uri="{FF2B5EF4-FFF2-40B4-BE49-F238E27FC236}">
                            <a16:creationId xmlns:a16="http://schemas.microsoft.com/office/drawing/2014/main" id="{E7F7AFFD-5F81-C5AC-FB9A-FE4796FB10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</p:grp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1C3714FF-84E6-C788-C8D1-2296F4AF9897}"/>
                  </a:ext>
                </a:extLst>
              </p:cNvPr>
              <p:cNvGrpSpPr/>
              <p:nvPr/>
            </p:nvGrpSpPr>
            <p:grpSpPr>
              <a:xfrm>
                <a:off x="5870575" y="2943225"/>
                <a:ext cx="1524000" cy="3041650"/>
                <a:chOff x="4346575" y="2943225"/>
                <a:chExt cx="1524000" cy="3041650"/>
              </a:xfrm>
            </p:grpSpPr>
            <p:grpSp>
              <p:nvGrpSpPr>
                <p:cNvPr id="158" name="Group 157">
                  <a:extLst>
                    <a:ext uri="{FF2B5EF4-FFF2-40B4-BE49-F238E27FC236}">
                      <a16:creationId xmlns:a16="http://schemas.microsoft.com/office/drawing/2014/main" id="{5739830D-31DB-B588-3411-D214CC39AA46}"/>
                    </a:ext>
                  </a:extLst>
                </p:cNvPr>
                <p:cNvGrpSpPr/>
                <p:nvPr/>
              </p:nvGrpSpPr>
              <p:grpSpPr>
                <a:xfrm>
                  <a:off x="4346575" y="2943225"/>
                  <a:ext cx="762000" cy="3041650"/>
                  <a:chOff x="4346575" y="2943225"/>
                  <a:chExt cx="762000" cy="3041650"/>
                </a:xfrm>
              </p:grpSpPr>
              <p:grpSp>
                <p:nvGrpSpPr>
                  <p:cNvPr id="174" name="Group 173">
                    <a:extLst>
                      <a:ext uri="{FF2B5EF4-FFF2-40B4-BE49-F238E27FC236}">
                        <a16:creationId xmlns:a16="http://schemas.microsoft.com/office/drawing/2014/main" id="{D7ADDF77-BEDB-D15B-C892-27D424FA2470}"/>
                      </a:ext>
                    </a:extLst>
                  </p:cNvPr>
                  <p:cNvGrpSpPr/>
                  <p:nvPr/>
                </p:nvGrpSpPr>
                <p:grpSpPr>
                  <a:xfrm>
                    <a:off x="4346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182" name="Group 181">
                      <a:extLst>
                        <a:ext uri="{FF2B5EF4-FFF2-40B4-BE49-F238E27FC236}">
                          <a16:creationId xmlns:a16="http://schemas.microsoft.com/office/drawing/2014/main" id="{41316E7E-03C2-4C47-43CD-EEBBAB8945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86" name="Rectangle 185">
                        <a:extLst>
                          <a:ext uri="{FF2B5EF4-FFF2-40B4-BE49-F238E27FC236}">
                            <a16:creationId xmlns:a16="http://schemas.microsoft.com/office/drawing/2014/main" id="{AEDDD720-8B84-0A67-5C9D-2B819E6F9B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87" name="Rectangle 186">
                        <a:extLst>
                          <a:ext uri="{FF2B5EF4-FFF2-40B4-BE49-F238E27FC236}">
                            <a16:creationId xmlns:a16="http://schemas.microsoft.com/office/drawing/2014/main" id="{7D5C2819-E5F5-2562-355D-FD5E2DCBE6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83" name="Group 182">
                      <a:extLst>
                        <a:ext uri="{FF2B5EF4-FFF2-40B4-BE49-F238E27FC236}">
                          <a16:creationId xmlns:a16="http://schemas.microsoft.com/office/drawing/2014/main" id="{586B4A75-A75B-BA16-C56F-D1D2CD9409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84" name="Rectangle 183">
                        <a:extLst>
                          <a:ext uri="{FF2B5EF4-FFF2-40B4-BE49-F238E27FC236}">
                            <a16:creationId xmlns:a16="http://schemas.microsoft.com/office/drawing/2014/main" id="{FCC88654-3223-F178-70D7-6B7F335167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85" name="Rectangle 184">
                        <a:extLst>
                          <a:ext uri="{FF2B5EF4-FFF2-40B4-BE49-F238E27FC236}">
                            <a16:creationId xmlns:a16="http://schemas.microsoft.com/office/drawing/2014/main" id="{586D75B4-8C6B-DC08-3877-91D85BA15A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75" name="Group 174">
                    <a:extLst>
                      <a:ext uri="{FF2B5EF4-FFF2-40B4-BE49-F238E27FC236}">
                        <a16:creationId xmlns:a16="http://schemas.microsoft.com/office/drawing/2014/main" id="{4872230C-6F4F-F28B-ABDD-6F4CB5414503}"/>
                      </a:ext>
                    </a:extLst>
                  </p:cNvPr>
                  <p:cNvGrpSpPr/>
                  <p:nvPr/>
                </p:nvGrpSpPr>
                <p:grpSpPr>
                  <a:xfrm>
                    <a:off x="4727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AFFC7D49-30B3-4CF5-E7F3-181A03DF03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80" name="Rectangle 179">
                        <a:extLst>
                          <a:ext uri="{FF2B5EF4-FFF2-40B4-BE49-F238E27FC236}">
                            <a16:creationId xmlns:a16="http://schemas.microsoft.com/office/drawing/2014/main" id="{3B5FF1AA-4D3D-73FB-83ED-BD6B0B17B8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81" name="Rectangle 180">
                        <a:extLst>
                          <a:ext uri="{FF2B5EF4-FFF2-40B4-BE49-F238E27FC236}">
                            <a16:creationId xmlns:a16="http://schemas.microsoft.com/office/drawing/2014/main" id="{A8D8A6B5-7766-D429-5A13-F783DEDDFB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77" name="Group 176">
                      <a:extLst>
                        <a:ext uri="{FF2B5EF4-FFF2-40B4-BE49-F238E27FC236}">
                          <a16:creationId xmlns:a16="http://schemas.microsoft.com/office/drawing/2014/main" id="{573FBAAA-54E4-42EA-1FF3-C749ADBFF16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78" name="Rectangle 177">
                        <a:extLst>
                          <a:ext uri="{FF2B5EF4-FFF2-40B4-BE49-F238E27FC236}">
                            <a16:creationId xmlns:a16="http://schemas.microsoft.com/office/drawing/2014/main" id="{B721B8F1-90E0-4883-8D88-569E8C1A9A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79" name="Rectangle 178">
                        <a:extLst>
                          <a:ext uri="{FF2B5EF4-FFF2-40B4-BE49-F238E27FC236}">
                            <a16:creationId xmlns:a16="http://schemas.microsoft.com/office/drawing/2014/main" id="{C790A25F-E33F-6CA0-BA62-AEDF6BC7DC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</p:grpSp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10061977-EB80-A049-C5A4-3DF89FB7B10E}"/>
                    </a:ext>
                  </a:extLst>
                </p:cNvPr>
                <p:cNvGrpSpPr/>
                <p:nvPr/>
              </p:nvGrpSpPr>
              <p:grpSpPr>
                <a:xfrm>
                  <a:off x="5108575" y="2943225"/>
                  <a:ext cx="762000" cy="3041650"/>
                  <a:chOff x="4346575" y="2943225"/>
                  <a:chExt cx="762000" cy="3041650"/>
                </a:xfrm>
              </p:grpSpPr>
              <p:grpSp>
                <p:nvGrpSpPr>
                  <p:cNvPr id="160" name="Group 159">
                    <a:extLst>
                      <a:ext uri="{FF2B5EF4-FFF2-40B4-BE49-F238E27FC236}">
                        <a16:creationId xmlns:a16="http://schemas.microsoft.com/office/drawing/2014/main" id="{E22B562B-A83D-7DDC-E710-CE4F54A1E6BD}"/>
                      </a:ext>
                    </a:extLst>
                  </p:cNvPr>
                  <p:cNvGrpSpPr/>
                  <p:nvPr/>
                </p:nvGrpSpPr>
                <p:grpSpPr>
                  <a:xfrm>
                    <a:off x="4346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168" name="Group 167">
                      <a:extLst>
                        <a:ext uri="{FF2B5EF4-FFF2-40B4-BE49-F238E27FC236}">
                          <a16:creationId xmlns:a16="http://schemas.microsoft.com/office/drawing/2014/main" id="{6AB01F9C-1B2B-F046-2454-F5046181C39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72" name="Rectangle 171">
                        <a:extLst>
                          <a:ext uri="{FF2B5EF4-FFF2-40B4-BE49-F238E27FC236}">
                            <a16:creationId xmlns:a16="http://schemas.microsoft.com/office/drawing/2014/main" id="{D577761C-4510-9FCC-76C3-A9DBEFB779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73" name="Rectangle 172">
                        <a:extLst>
                          <a:ext uri="{FF2B5EF4-FFF2-40B4-BE49-F238E27FC236}">
                            <a16:creationId xmlns:a16="http://schemas.microsoft.com/office/drawing/2014/main" id="{FF16121E-C05A-3A50-1F62-00D6DE8FA9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69" name="Group 168">
                      <a:extLst>
                        <a:ext uri="{FF2B5EF4-FFF2-40B4-BE49-F238E27FC236}">
                          <a16:creationId xmlns:a16="http://schemas.microsoft.com/office/drawing/2014/main" id="{D4FC10F5-D5E9-BA27-DF31-BCE3F86913C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70" name="Rectangle 169">
                        <a:extLst>
                          <a:ext uri="{FF2B5EF4-FFF2-40B4-BE49-F238E27FC236}">
                            <a16:creationId xmlns:a16="http://schemas.microsoft.com/office/drawing/2014/main" id="{49709585-1C53-B523-2B3C-F7A69F6DF2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71" name="Rectangle 170">
                        <a:extLst>
                          <a:ext uri="{FF2B5EF4-FFF2-40B4-BE49-F238E27FC236}">
                            <a16:creationId xmlns:a16="http://schemas.microsoft.com/office/drawing/2014/main" id="{9DAF81FE-8FBC-943B-64F6-A1E0819460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61" name="Group 160">
                    <a:extLst>
                      <a:ext uri="{FF2B5EF4-FFF2-40B4-BE49-F238E27FC236}">
                        <a16:creationId xmlns:a16="http://schemas.microsoft.com/office/drawing/2014/main" id="{7396FFFA-F76B-DC15-46C9-BEB44342F10C}"/>
                      </a:ext>
                    </a:extLst>
                  </p:cNvPr>
                  <p:cNvGrpSpPr/>
                  <p:nvPr/>
                </p:nvGrpSpPr>
                <p:grpSpPr>
                  <a:xfrm>
                    <a:off x="4727575" y="2943225"/>
                    <a:ext cx="381000" cy="3041650"/>
                    <a:chOff x="4346575" y="2943225"/>
                    <a:chExt cx="381000" cy="3041650"/>
                  </a:xfrm>
                </p:grpSpPr>
                <p:grpSp>
                  <p:nvGrpSpPr>
                    <p:cNvPr id="162" name="Group 161">
                      <a:extLst>
                        <a:ext uri="{FF2B5EF4-FFF2-40B4-BE49-F238E27FC236}">
                          <a16:creationId xmlns:a16="http://schemas.microsoft.com/office/drawing/2014/main" id="{487C67C5-B6BA-01B0-E1F4-3EBE65C3A22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65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66" name="Rectangle 165">
                        <a:extLst>
                          <a:ext uri="{FF2B5EF4-FFF2-40B4-BE49-F238E27FC236}">
                            <a16:creationId xmlns:a16="http://schemas.microsoft.com/office/drawing/2014/main" id="{3BFF3667-3342-603B-0E15-7A9EA48520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67" name="Rectangle 166">
                        <a:extLst>
                          <a:ext uri="{FF2B5EF4-FFF2-40B4-BE49-F238E27FC236}">
                            <a16:creationId xmlns:a16="http://schemas.microsoft.com/office/drawing/2014/main" id="{9A20C499-3BCB-E371-D2C7-B0C4382112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63" name="Group 162">
                      <a:extLst>
                        <a:ext uri="{FF2B5EF4-FFF2-40B4-BE49-F238E27FC236}">
                          <a16:creationId xmlns:a16="http://schemas.microsoft.com/office/drawing/2014/main" id="{CAB732CF-3BE5-DD7C-30B1-89B3E35FF53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7075" y="2943225"/>
                      <a:ext cx="190500" cy="3041650"/>
                      <a:chOff x="4248150" y="2952750"/>
                      <a:chExt cx="190500" cy="3041650"/>
                    </a:xfrm>
                  </p:grpSpPr>
                  <p:sp>
                    <p:nvSpPr>
                      <p:cNvPr id="164" name="Rectangle 163">
                        <a:extLst>
                          <a:ext uri="{FF2B5EF4-FFF2-40B4-BE49-F238E27FC236}">
                            <a16:creationId xmlns:a16="http://schemas.microsoft.com/office/drawing/2014/main" id="{E282166D-FED6-6E95-7E91-FC48F43BF2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4815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65" name="Rectangle 164">
                        <a:extLst>
                          <a:ext uri="{FF2B5EF4-FFF2-40B4-BE49-F238E27FC236}">
                            <a16:creationId xmlns:a16="http://schemas.microsoft.com/office/drawing/2014/main" id="{6B83AEAA-38B1-E8D9-29AB-7A4AC1C5DC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3400" y="2952750"/>
                        <a:ext cx="95250" cy="3041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</p:grpSp>
          </p:grpSp>
        </p:grpSp>
      </p:grp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EF3D2470-4AA0-451E-C411-4B9D74080E85}"/>
              </a:ext>
            </a:extLst>
          </p:cNvPr>
          <p:cNvCxnSpPr>
            <a:cxnSpLocks/>
          </p:cNvCxnSpPr>
          <p:nvPr/>
        </p:nvCxnSpPr>
        <p:spPr>
          <a:xfrm>
            <a:off x="4425315" y="194475"/>
            <a:ext cx="0" cy="25002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BBB79629-9544-45BE-3129-0914FEC0621F}"/>
              </a:ext>
            </a:extLst>
          </p:cNvPr>
          <p:cNvSpPr txBox="1"/>
          <p:nvPr/>
        </p:nvSpPr>
        <p:spPr>
          <a:xfrm>
            <a:off x="3587115" y="5851430"/>
            <a:ext cx="167640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register </a:t>
            </a:r>
            <a:r>
              <a:rPr lang="en-US" dirty="0" err="1"/>
              <a:t>geser</a:t>
            </a:r>
            <a:endParaRPr lang="en-US" dirty="0"/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91F1A774-E7C6-BBD9-AD6C-0929FE8D63EC}"/>
              </a:ext>
            </a:extLst>
          </p:cNvPr>
          <p:cNvCxnSpPr>
            <a:cxnSpLocks/>
          </p:cNvCxnSpPr>
          <p:nvPr/>
        </p:nvCxnSpPr>
        <p:spPr>
          <a:xfrm>
            <a:off x="1186815" y="2555875"/>
            <a:ext cx="0" cy="1511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09E92090-7F00-A9BE-92FD-8F0CEF6A6F0C}"/>
              </a:ext>
            </a:extLst>
          </p:cNvPr>
          <p:cNvCxnSpPr>
            <a:cxnSpLocks/>
            <a:endCxn id="215" idx="0"/>
          </p:cNvCxnSpPr>
          <p:nvPr/>
        </p:nvCxnSpPr>
        <p:spPr>
          <a:xfrm>
            <a:off x="6422390" y="2460284"/>
            <a:ext cx="6985" cy="2467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29BCCC9-7ED2-E42C-929A-451EFB9316CA}"/>
              </a:ext>
            </a:extLst>
          </p:cNvPr>
          <p:cNvCxnSpPr>
            <a:cxnSpLocks/>
          </p:cNvCxnSpPr>
          <p:nvPr/>
        </p:nvCxnSpPr>
        <p:spPr>
          <a:xfrm>
            <a:off x="4333240" y="194475"/>
            <a:ext cx="0" cy="25125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5638A30-936F-6934-5CC5-1213B576AD16}"/>
              </a:ext>
            </a:extLst>
          </p:cNvPr>
          <p:cNvCxnSpPr>
            <a:cxnSpLocks/>
          </p:cNvCxnSpPr>
          <p:nvPr/>
        </p:nvCxnSpPr>
        <p:spPr>
          <a:xfrm>
            <a:off x="4231640" y="234950"/>
            <a:ext cx="0" cy="24720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B0E0FD0-C83A-677F-DA0D-4F1E3718DF30}"/>
              </a:ext>
            </a:extLst>
          </p:cNvPr>
          <p:cNvCxnSpPr>
            <a:cxnSpLocks/>
          </p:cNvCxnSpPr>
          <p:nvPr/>
        </p:nvCxnSpPr>
        <p:spPr>
          <a:xfrm>
            <a:off x="4523740" y="234950"/>
            <a:ext cx="0" cy="24720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DE939C1-5F51-1A56-6EAF-FEC0087D4A92}"/>
              </a:ext>
            </a:extLst>
          </p:cNvPr>
          <p:cNvCxnSpPr>
            <a:cxnSpLocks/>
          </p:cNvCxnSpPr>
          <p:nvPr/>
        </p:nvCxnSpPr>
        <p:spPr>
          <a:xfrm>
            <a:off x="4618990" y="282575"/>
            <a:ext cx="0" cy="24244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3D6E4F-A72B-9349-D857-1EDC5EAD5F09}"/>
              </a:ext>
            </a:extLst>
          </p:cNvPr>
          <p:cNvCxnSpPr>
            <a:cxnSpLocks/>
          </p:cNvCxnSpPr>
          <p:nvPr/>
        </p:nvCxnSpPr>
        <p:spPr>
          <a:xfrm>
            <a:off x="1288415" y="2549139"/>
            <a:ext cx="0" cy="1511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9BA2C6-495F-1AE3-7393-06700FD6BE44}"/>
              </a:ext>
            </a:extLst>
          </p:cNvPr>
          <p:cNvCxnSpPr>
            <a:cxnSpLocks/>
          </p:cNvCxnSpPr>
          <p:nvPr/>
        </p:nvCxnSpPr>
        <p:spPr>
          <a:xfrm>
            <a:off x="1377315" y="2549139"/>
            <a:ext cx="0" cy="1511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5E8886-9DF9-AE45-E9BD-979C1A746033}"/>
              </a:ext>
            </a:extLst>
          </p:cNvPr>
          <p:cNvCxnSpPr>
            <a:cxnSpLocks/>
          </p:cNvCxnSpPr>
          <p:nvPr/>
        </p:nvCxnSpPr>
        <p:spPr>
          <a:xfrm>
            <a:off x="1088390" y="2549139"/>
            <a:ext cx="0" cy="1511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7E8D92-0A16-D841-61B5-5A6A2C95136C}"/>
              </a:ext>
            </a:extLst>
          </p:cNvPr>
          <p:cNvCxnSpPr>
            <a:cxnSpLocks/>
          </p:cNvCxnSpPr>
          <p:nvPr/>
        </p:nvCxnSpPr>
        <p:spPr>
          <a:xfrm>
            <a:off x="1002665" y="2543575"/>
            <a:ext cx="0" cy="1511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B48E75C-AFBB-37BE-61E4-61E7C734CF27}"/>
              </a:ext>
            </a:extLst>
          </p:cNvPr>
          <p:cNvCxnSpPr>
            <a:cxnSpLocks/>
          </p:cNvCxnSpPr>
          <p:nvPr/>
        </p:nvCxnSpPr>
        <p:spPr>
          <a:xfrm>
            <a:off x="6518912" y="2455839"/>
            <a:ext cx="6985" cy="2467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26BF7B-4C0D-45F6-2DB9-4A3AC2C9300C}"/>
              </a:ext>
            </a:extLst>
          </p:cNvPr>
          <p:cNvCxnSpPr>
            <a:cxnSpLocks/>
          </p:cNvCxnSpPr>
          <p:nvPr/>
        </p:nvCxnSpPr>
        <p:spPr>
          <a:xfrm>
            <a:off x="6615434" y="2448536"/>
            <a:ext cx="6985" cy="2467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F5384F-F2D6-AAD0-3BF0-2E68289E87D6}"/>
              </a:ext>
            </a:extLst>
          </p:cNvPr>
          <p:cNvCxnSpPr>
            <a:cxnSpLocks/>
          </p:cNvCxnSpPr>
          <p:nvPr/>
        </p:nvCxnSpPr>
        <p:spPr>
          <a:xfrm>
            <a:off x="6321744" y="2448536"/>
            <a:ext cx="6985" cy="2467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D83DF48-A8FA-86D8-E004-DD6BA8727A98}"/>
              </a:ext>
            </a:extLst>
          </p:cNvPr>
          <p:cNvCxnSpPr>
            <a:cxnSpLocks/>
          </p:cNvCxnSpPr>
          <p:nvPr/>
        </p:nvCxnSpPr>
        <p:spPr>
          <a:xfrm>
            <a:off x="6232207" y="2448536"/>
            <a:ext cx="6985" cy="2467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Graphic 20" descr="Badge 1 with solid fill">
            <a:extLst>
              <a:ext uri="{FF2B5EF4-FFF2-40B4-BE49-F238E27FC236}">
                <a16:creationId xmlns:a16="http://schemas.microsoft.com/office/drawing/2014/main" id="{8DABCEAF-1D43-F65F-5705-97ADBF5E23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8151" y="2789653"/>
            <a:ext cx="334327" cy="334327"/>
          </a:xfrm>
          <a:prstGeom prst="rect">
            <a:avLst/>
          </a:prstGeom>
        </p:spPr>
      </p:pic>
      <p:pic>
        <p:nvPicPr>
          <p:cNvPr id="25" name="Graphic 24" descr="Badge with solid fill">
            <a:extLst>
              <a:ext uri="{FF2B5EF4-FFF2-40B4-BE49-F238E27FC236}">
                <a16:creationId xmlns:a16="http://schemas.microsoft.com/office/drawing/2014/main" id="{80C56DEA-BF67-1A3A-00B0-73C6310BDB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9651" y="2739638"/>
            <a:ext cx="334327" cy="334327"/>
          </a:xfrm>
          <a:prstGeom prst="rect">
            <a:avLst/>
          </a:prstGeom>
        </p:spPr>
      </p:pic>
      <p:pic>
        <p:nvPicPr>
          <p:cNvPr id="29" name="Graphic 28" descr="Badge 3 with solid fill">
            <a:extLst>
              <a:ext uri="{FF2B5EF4-FFF2-40B4-BE49-F238E27FC236}">
                <a16:creationId xmlns:a16="http://schemas.microsoft.com/office/drawing/2014/main" id="{2BFC920B-D82B-8AB1-1857-842AF39C5D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4467" y="2774165"/>
            <a:ext cx="349815" cy="34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2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610B7-C48B-FC37-EF69-338BF7323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3ABD2C-454C-5849-80A3-6327AC9302A7}"/>
              </a:ext>
            </a:extLst>
          </p:cNvPr>
          <p:cNvSpPr/>
          <p:nvPr/>
        </p:nvSpPr>
        <p:spPr>
          <a:xfrm>
            <a:off x="2235200" y="3943350"/>
            <a:ext cx="2368550" cy="1295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 </a:t>
            </a:r>
            <a:r>
              <a:rPr lang="en-US" dirty="0" err="1"/>
              <a:t>geser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CB7816-FB13-754D-18C6-F0AB6EC83E92}"/>
              </a:ext>
            </a:extLst>
          </p:cNvPr>
          <p:cNvCxnSpPr>
            <a:cxnSpLocks/>
            <a:stCxn id="259" idx="3"/>
            <a:endCxn id="6" idx="1"/>
          </p:cNvCxnSpPr>
          <p:nvPr/>
        </p:nvCxnSpPr>
        <p:spPr>
          <a:xfrm>
            <a:off x="823913" y="4591050"/>
            <a:ext cx="1411287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D651511-CDA9-FBD9-8B2E-23D5DD4D8F8D}"/>
              </a:ext>
            </a:extLst>
          </p:cNvPr>
          <p:cNvSpPr/>
          <p:nvPr/>
        </p:nvSpPr>
        <p:spPr>
          <a:xfrm>
            <a:off x="5591175" y="1974914"/>
            <a:ext cx="1250950" cy="793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detektor</a:t>
            </a:r>
            <a:r>
              <a:rPr lang="en-US" dirty="0"/>
              <a:t> Q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381AB1-80AA-EC42-8C9E-1DCE83EEF2D1}"/>
              </a:ext>
            </a:extLst>
          </p:cNvPr>
          <p:cNvSpPr/>
          <p:nvPr/>
        </p:nvSpPr>
        <p:spPr>
          <a:xfrm>
            <a:off x="1812925" y="2898780"/>
            <a:ext cx="1250950" cy="793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detektor</a:t>
            </a:r>
            <a:r>
              <a:rPr lang="en-US" dirty="0"/>
              <a:t> 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5FA2F7-6B90-A904-2D68-6F6705F710B0}"/>
              </a:ext>
            </a:extLst>
          </p:cNvPr>
          <p:cNvSpPr/>
          <p:nvPr/>
        </p:nvSpPr>
        <p:spPr>
          <a:xfrm>
            <a:off x="5591175" y="3330989"/>
            <a:ext cx="1250950" cy="793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detektor</a:t>
            </a:r>
            <a:r>
              <a:rPr lang="en-US" dirty="0"/>
              <a:t> S</a:t>
            </a:r>
          </a:p>
        </p:txBody>
      </p: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0034EA1B-9931-3FD5-A5B3-D8A539B7177A}"/>
              </a:ext>
            </a:extLst>
          </p:cNvPr>
          <p:cNvCxnSpPr>
            <a:cxnSpLocks/>
            <a:stCxn id="259" idx="3"/>
            <a:endCxn id="27" idx="1"/>
          </p:cNvCxnSpPr>
          <p:nvPr/>
        </p:nvCxnSpPr>
        <p:spPr>
          <a:xfrm flipV="1">
            <a:off x="823913" y="3295651"/>
            <a:ext cx="989012" cy="129539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8" name="Straight Arrow Connector 218">
            <a:extLst>
              <a:ext uri="{FF2B5EF4-FFF2-40B4-BE49-F238E27FC236}">
                <a16:creationId xmlns:a16="http://schemas.microsoft.com/office/drawing/2014/main" id="{5CC7AC6F-64D6-070B-EC85-FA09565A1B47}"/>
              </a:ext>
            </a:extLst>
          </p:cNvPr>
          <p:cNvCxnSpPr>
            <a:cxnSpLocks/>
            <a:stCxn id="27" idx="3"/>
            <a:endCxn id="6" idx="0"/>
          </p:cNvCxnSpPr>
          <p:nvPr/>
        </p:nvCxnSpPr>
        <p:spPr>
          <a:xfrm>
            <a:off x="3063875" y="3295651"/>
            <a:ext cx="355600" cy="647699"/>
          </a:xfrm>
          <a:prstGeom prst="bentConnector2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7" name="Straight Arrow Connector 218">
            <a:extLst>
              <a:ext uri="{FF2B5EF4-FFF2-40B4-BE49-F238E27FC236}">
                <a16:creationId xmlns:a16="http://schemas.microsoft.com/office/drawing/2014/main" id="{297BAE6C-3BA2-424D-E1A7-B2964F06FEC6}"/>
              </a:ext>
            </a:extLst>
          </p:cNvPr>
          <p:cNvCxnSpPr>
            <a:cxnSpLocks/>
            <a:stCxn id="6" idx="3"/>
            <a:endCxn id="30" idx="1"/>
          </p:cNvCxnSpPr>
          <p:nvPr/>
        </p:nvCxnSpPr>
        <p:spPr>
          <a:xfrm flipV="1">
            <a:off x="4603750" y="3727860"/>
            <a:ext cx="987425" cy="86319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0" name="Straight Arrow Connector 218">
            <a:extLst>
              <a:ext uri="{FF2B5EF4-FFF2-40B4-BE49-F238E27FC236}">
                <a16:creationId xmlns:a16="http://schemas.microsoft.com/office/drawing/2014/main" id="{AAF5171B-AA69-409E-815F-1BD3574C1AA9}"/>
              </a:ext>
            </a:extLst>
          </p:cNvPr>
          <p:cNvCxnSpPr>
            <a:cxnSpLocks/>
            <a:stCxn id="6" idx="3"/>
            <a:endCxn id="24" idx="1"/>
          </p:cNvCxnSpPr>
          <p:nvPr/>
        </p:nvCxnSpPr>
        <p:spPr>
          <a:xfrm flipV="1">
            <a:off x="4603750" y="2371785"/>
            <a:ext cx="987425" cy="2219265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1" name="Rectangle 250">
            <a:extLst>
              <a:ext uri="{FF2B5EF4-FFF2-40B4-BE49-F238E27FC236}">
                <a16:creationId xmlns:a16="http://schemas.microsoft.com/office/drawing/2014/main" id="{9F86C462-9B09-98A6-6B49-1EA4F262494F}"/>
              </a:ext>
            </a:extLst>
          </p:cNvPr>
          <p:cNvSpPr/>
          <p:nvPr/>
        </p:nvSpPr>
        <p:spPr>
          <a:xfrm>
            <a:off x="5591175" y="4729949"/>
            <a:ext cx="1250950" cy="793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detektor</a:t>
            </a:r>
            <a:r>
              <a:rPr lang="en-US" dirty="0"/>
              <a:t> T</a:t>
            </a:r>
          </a:p>
        </p:txBody>
      </p:sp>
      <p:cxnSp>
        <p:nvCxnSpPr>
          <p:cNvPr id="252" name="Straight Arrow Connector 218">
            <a:extLst>
              <a:ext uri="{FF2B5EF4-FFF2-40B4-BE49-F238E27FC236}">
                <a16:creationId xmlns:a16="http://schemas.microsoft.com/office/drawing/2014/main" id="{31C9343A-7193-FD1B-C047-60FB83530E53}"/>
              </a:ext>
            </a:extLst>
          </p:cNvPr>
          <p:cNvCxnSpPr>
            <a:cxnSpLocks/>
            <a:stCxn id="6" idx="3"/>
            <a:endCxn id="251" idx="1"/>
          </p:cNvCxnSpPr>
          <p:nvPr/>
        </p:nvCxnSpPr>
        <p:spPr>
          <a:xfrm>
            <a:off x="4603750" y="4591050"/>
            <a:ext cx="987425" cy="53577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9BB78B8E-9748-117B-54C0-BC59836F1454}"/>
              </a:ext>
            </a:extLst>
          </p:cNvPr>
          <p:cNvSpPr txBox="1"/>
          <p:nvPr/>
        </p:nvSpPr>
        <p:spPr>
          <a:xfrm>
            <a:off x="157163" y="4406384"/>
            <a:ext cx="666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ECG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D61200E4-8FFA-AA52-8C71-88B7BAEE8F23}"/>
              </a:ext>
            </a:extLst>
          </p:cNvPr>
          <p:cNvSpPr txBox="1"/>
          <p:nvPr/>
        </p:nvSpPr>
        <p:spPr>
          <a:xfrm>
            <a:off x="2776538" y="1743666"/>
            <a:ext cx="143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P</a:t>
            </a:r>
          </a:p>
        </p:txBody>
      </p:sp>
      <p:cxnSp>
        <p:nvCxnSpPr>
          <p:cNvPr id="264" name="Straight Arrow Connector 218">
            <a:extLst>
              <a:ext uri="{FF2B5EF4-FFF2-40B4-BE49-F238E27FC236}">
                <a16:creationId xmlns:a16="http://schemas.microsoft.com/office/drawing/2014/main" id="{E5AEC833-6D80-F0B6-2865-9DBE0A78F81E}"/>
              </a:ext>
            </a:extLst>
          </p:cNvPr>
          <p:cNvCxnSpPr>
            <a:cxnSpLocks/>
            <a:stCxn id="27" idx="0"/>
            <a:endCxn id="263" idx="1"/>
          </p:cNvCxnSpPr>
          <p:nvPr/>
        </p:nvCxnSpPr>
        <p:spPr>
          <a:xfrm rot="5400000" flipH="1" flipV="1">
            <a:off x="2122245" y="2244487"/>
            <a:ext cx="970448" cy="338138"/>
          </a:xfrm>
          <a:prstGeom prst="bentConnector2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292BAA91-C738-FC13-7D7F-44D9FE319B52}"/>
              </a:ext>
            </a:extLst>
          </p:cNvPr>
          <p:cNvSpPr txBox="1"/>
          <p:nvPr/>
        </p:nvSpPr>
        <p:spPr>
          <a:xfrm>
            <a:off x="7242969" y="2187118"/>
            <a:ext cx="143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Q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FCC9831F-74FE-C411-F043-EAAB80987501}"/>
              </a:ext>
            </a:extLst>
          </p:cNvPr>
          <p:cNvSpPr txBox="1"/>
          <p:nvPr/>
        </p:nvSpPr>
        <p:spPr>
          <a:xfrm>
            <a:off x="7242969" y="3537535"/>
            <a:ext cx="143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6FBF5216-2161-ED5E-60DC-2F1FB358A377}"/>
              </a:ext>
            </a:extLst>
          </p:cNvPr>
          <p:cNvSpPr txBox="1"/>
          <p:nvPr/>
        </p:nvSpPr>
        <p:spPr>
          <a:xfrm>
            <a:off x="7242969" y="4942153"/>
            <a:ext cx="143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T</a:t>
            </a:r>
          </a:p>
        </p:txBody>
      </p:sp>
      <p:cxnSp>
        <p:nvCxnSpPr>
          <p:cNvPr id="274" name="Straight Arrow Connector 218">
            <a:extLst>
              <a:ext uri="{FF2B5EF4-FFF2-40B4-BE49-F238E27FC236}">
                <a16:creationId xmlns:a16="http://schemas.microsoft.com/office/drawing/2014/main" id="{FDE76B8A-BB07-C205-851E-E97FFBFC57F4}"/>
              </a:ext>
            </a:extLst>
          </p:cNvPr>
          <p:cNvCxnSpPr>
            <a:cxnSpLocks/>
            <a:stCxn id="27" idx="3"/>
            <a:endCxn id="24" idx="0"/>
          </p:cNvCxnSpPr>
          <p:nvPr/>
        </p:nvCxnSpPr>
        <p:spPr>
          <a:xfrm flipV="1">
            <a:off x="3063875" y="1974914"/>
            <a:ext cx="3152775" cy="1320737"/>
          </a:xfrm>
          <a:prstGeom prst="bentConnector4">
            <a:avLst>
              <a:gd name="adj1" fmla="val 40081"/>
              <a:gd name="adj2" fmla="val 117309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7" name="Straight Arrow Connector 218">
            <a:extLst>
              <a:ext uri="{FF2B5EF4-FFF2-40B4-BE49-F238E27FC236}">
                <a16:creationId xmlns:a16="http://schemas.microsoft.com/office/drawing/2014/main" id="{8120E40C-4EAE-DEFB-1FE1-4C74294FD8BC}"/>
              </a:ext>
            </a:extLst>
          </p:cNvPr>
          <p:cNvCxnSpPr>
            <a:cxnSpLocks/>
            <a:stCxn id="24" idx="2"/>
            <a:endCxn id="30" idx="0"/>
          </p:cNvCxnSpPr>
          <p:nvPr/>
        </p:nvCxnSpPr>
        <p:spPr>
          <a:xfrm>
            <a:off x="6216650" y="2768655"/>
            <a:ext cx="0" cy="562334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0" name="Straight Arrow Connector 218">
            <a:extLst>
              <a:ext uri="{FF2B5EF4-FFF2-40B4-BE49-F238E27FC236}">
                <a16:creationId xmlns:a16="http://schemas.microsoft.com/office/drawing/2014/main" id="{569E5A6C-2B6E-59B5-5DC3-9AC08DD5DE77}"/>
              </a:ext>
            </a:extLst>
          </p:cNvPr>
          <p:cNvCxnSpPr>
            <a:cxnSpLocks/>
            <a:stCxn id="30" idx="2"/>
            <a:endCxn id="251" idx="0"/>
          </p:cNvCxnSpPr>
          <p:nvPr/>
        </p:nvCxnSpPr>
        <p:spPr>
          <a:xfrm>
            <a:off x="6216650" y="4124730"/>
            <a:ext cx="0" cy="605219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3" name="Straight Arrow Connector 218">
            <a:extLst>
              <a:ext uri="{FF2B5EF4-FFF2-40B4-BE49-F238E27FC236}">
                <a16:creationId xmlns:a16="http://schemas.microsoft.com/office/drawing/2014/main" id="{3FE80734-6EDF-2C99-C87E-FB4362C05537}"/>
              </a:ext>
            </a:extLst>
          </p:cNvPr>
          <p:cNvCxnSpPr>
            <a:cxnSpLocks/>
            <a:stCxn id="24" idx="3"/>
            <a:endCxn id="269" idx="1"/>
          </p:cNvCxnSpPr>
          <p:nvPr/>
        </p:nvCxnSpPr>
        <p:spPr>
          <a:xfrm flipV="1">
            <a:off x="6842125" y="2371784"/>
            <a:ext cx="400844" cy="1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7" name="Straight Arrow Connector 218">
            <a:extLst>
              <a:ext uri="{FF2B5EF4-FFF2-40B4-BE49-F238E27FC236}">
                <a16:creationId xmlns:a16="http://schemas.microsoft.com/office/drawing/2014/main" id="{A69ED05B-17F4-FF24-34C7-D8DC0880A0AE}"/>
              </a:ext>
            </a:extLst>
          </p:cNvPr>
          <p:cNvCxnSpPr>
            <a:cxnSpLocks/>
            <a:stCxn id="30" idx="3"/>
            <a:endCxn id="271" idx="1"/>
          </p:cNvCxnSpPr>
          <p:nvPr/>
        </p:nvCxnSpPr>
        <p:spPr>
          <a:xfrm flipV="1">
            <a:off x="6842125" y="3722201"/>
            <a:ext cx="400844" cy="5659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1" name="Straight Arrow Connector 218">
            <a:extLst>
              <a:ext uri="{FF2B5EF4-FFF2-40B4-BE49-F238E27FC236}">
                <a16:creationId xmlns:a16="http://schemas.microsoft.com/office/drawing/2014/main" id="{C7632425-3DF8-9513-D7B5-B7A0B9C1CE26}"/>
              </a:ext>
            </a:extLst>
          </p:cNvPr>
          <p:cNvCxnSpPr>
            <a:cxnSpLocks/>
            <a:stCxn id="251" idx="3"/>
            <a:endCxn id="273" idx="1"/>
          </p:cNvCxnSpPr>
          <p:nvPr/>
        </p:nvCxnSpPr>
        <p:spPr>
          <a:xfrm flipV="1">
            <a:off x="6842125" y="5126819"/>
            <a:ext cx="400844" cy="1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5" name="TextBox 294">
            <a:extLst>
              <a:ext uri="{FF2B5EF4-FFF2-40B4-BE49-F238E27FC236}">
                <a16:creationId xmlns:a16="http://schemas.microsoft.com/office/drawing/2014/main" id="{D6E53A71-5F96-20A2-DDB9-2AD45A8AB4AB}"/>
              </a:ext>
            </a:extLst>
          </p:cNvPr>
          <p:cNvSpPr txBox="1"/>
          <p:nvPr/>
        </p:nvSpPr>
        <p:spPr>
          <a:xfrm>
            <a:off x="1107724" y="4674269"/>
            <a:ext cx="633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F9ED5"/>
                </a:solidFill>
              </a:rPr>
              <a:t>data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7F1789BF-81E7-FF89-BB2C-3D36988F4591}"/>
              </a:ext>
            </a:extLst>
          </p:cNvPr>
          <p:cNvSpPr txBox="1"/>
          <p:nvPr/>
        </p:nvSpPr>
        <p:spPr>
          <a:xfrm>
            <a:off x="4773486" y="1372422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E97132"/>
                </a:solidFill>
              </a:rPr>
              <a:t>kontrol</a:t>
            </a:r>
            <a:endParaRPr lang="en-US" dirty="0">
              <a:solidFill>
                <a:srgbClr val="E9713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144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E9F50-2ABC-A0BA-93E6-70C393302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E5E8D85-C313-B1ED-0AA5-1F647A47CE54}"/>
              </a:ext>
            </a:extLst>
          </p:cNvPr>
          <p:cNvSpPr/>
          <p:nvPr/>
        </p:nvSpPr>
        <p:spPr>
          <a:xfrm>
            <a:off x="1250950" y="3810000"/>
            <a:ext cx="1390649" cy="1295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 </a:t>
            </a:r>
            <a:r>
              <a:rPr lang="en-US" dirty="0" err="1"/>
              <a:t>geser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843E40D-941F-80F4-01F4-67D1D11B867D}"/>
              </a:ext>
            </a:extLst>
          </p:cNvPr>
          <p:cNvCxnSpPr>
            <a:cxnSpLocks/>
            <a:stCxn id="259" idx="3"/>
            <a:endCxn id="6" idx="1"/>
          </p:cNvCxnSpPr>
          <p:nvPr/>
        </p:nvCxnSpPr>
        <p:spPr>
          <a:xfrm>
            <a:off x="666750" y="4457700"/>
            <a:ext cx="58420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29AA120-2C69-A5FF-1D99-6791BE3B8EE5}"/>
              </a:ext>
            </a:extLst>
          </p:cNvPr>
          <p:cNvSpPr/>
          <p:nvPr/>
        </p:nvSpPr>
        <p:spPr>
          <a:xfrm>
            <a:off x="4043489" y="1846825"/>
            <a:ext cx="1250950" cy="793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detektor</a:t>
            </a:r>
            <a:r>
              <a:rPr lang="en-US" dirty="0"/>
              <a:t> Q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DF2535-014B-B4AA-11EE-4E379DC21F78}"/>
              </a:ext>
            </a:extLst>
          </p:cNvPr>
          <p:cNvSpPr/>
          <p:nvPr/>
        </p:nvSpPr>
        <p:spPr>
          <a:xfrm>
            <a:off x="1320801" y="1740156"/>
            <a:ext cx="1250950" cy="793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detektor</a:t>
            </a:r>
            <a:r>
              <a:rPr lang="en-US" dirty="0"/>
              <a:t> 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CDB5C70-6245-AD1A-BBF7-711DB7790AFC}"/>
              </a:ext>
            </a:extLst>
          </p:cNvPr>
          <p:cNvSpPr/>
          <p:nvPr/>
        </p:nvSpPr>
        <p:spPr>
          <a:xfrm>
            <a:off x="4043489" y="3202900"/>
            <a:ext cx="1250950" cy="793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detektor</a:t>
            </a:r>
            <a:r>
              <a:rPr lang="en-US" dirty="0"/>
              <a:t> S</a:t>
            </a:r>
          </a:p>
        </p:txBody>
      </p: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4C4F9454-A1F6-BC21-0DAA-C8B56722E09F}"/>
              </a:ext>
            </a:extLst>
          </p:cNvPr>
          <p:cNvCxnSpPr>
            <a:cxnSpLocks/>
            <a:stCxn id="259" idx="3"/>
            <a:endCxn id="27" idx="1"/>
          </p:cNvCxnSpPr>
          <p:nvPr/>
        </p:nvCxnSpPr>
        <p:spPr>
          <a:xfrm flipV="1">
            <a:off x="666750" y="2137027"/>
            <a:ext cx="654051" cy="2320673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8" name="Straight Arrow Connector 218">
            <a:extLst>
              <a:ext uri="{FF2B5EF4-FFF2-40B4-BE49-F238E27FC236}">
                <a16:creationId xmlns:a16="http://schemas.microsoft.com/office/drawing/2014/main" id="{42618F83-3989-F132-8DC2-729F139FCE40}"/>
              </a:ext>
            </a:extLst>
          </p:cNvPr>
          <p:cNvCxnSpPr>
            <a:cxnSpLocks/>
            <a:stCxn id="27" idx="2"/>
            <a:endCxn id="6" idx="0"/>
          </p:cNvCxnSpPr>
          <p:nvPr/>
        </p:nvCxnSpPr>
        <p:spPr>
          <a:xfrm rot="5400000">
            <a:off x="1308225" y="3171948"/>
            <a:ext cx="1276103" cy="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7" name="Straight Arrow Connector 218">
            <a:extLst>
              <a:ext uri="{FF2B5EF4-FFF2-40B4-BE49-F238E27FC236}">
                <a16:creationId xmlns:a16="http://schemas.microsoft.com/office/drawing/2014/main" id="{78423A00-C1E7-494C-9AA3-2CEB8320C8BF}"/>
              </a:ext>
            </a:extLst>
          </p:cNvPr>
          <p:cNvCxnSpPr>
            <a:cxnSpLocks/>
            <a:stCxn id="6" idx="3"/>
            <a:endCxn id="30" idx="1"/>
          </p:cNvCxnSpPr>
          <p:nvPr/>
        </p:nvCxnSpPr>
        <p:spPr>
          <a:xfrm flipV="1">
            <a:off x="2641599" y="3599771"/>
            <a:ext cx="1401890" cy="85792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0" name="Straight Arrow Connector 218">
            <a:extLst>
              <a:ext uri="{FF2B5EF4-FFF2-40B4-BE49-F238E27FC236}">
                <a16:creationId xmlns:a16="http://schemas.microsoft.com/office/drawing/2014/main" id="{B69224C8-3C20-54B5-0F15-6D59040D3969}"/>
              </a:ext>
            </a:extLst>
          </p:cNvPr>
          <p:cNvCxnSpPr>
            <a:cxnSpLocks/>
            <a:stCxn id="6" idx="3"/>
            <a:endCxn id="24" idx="1"/>
          </p:cNvCxnSpPr>
          <p:nvPr/>
        </p:nvCxnSpPr>
        <p:spPr>
          <a:xfrm flipV="1">
            <a:off x="2641599" y="2243696"/>
            <a:ext cx="1401890" cy="2214004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1" name="Rectangle 250">
            <a:extLst>
              <a:ext uri="{FF2B5EF4-FFF2-40B4-BE49-F238E27FC236}">
                <a16:creationId xmlns:a16="http://schemas.microsoft.com/office/drawing/2014/main" id="{4E794B47-9C74-D2E4-B967-E4C7A23E3449}"/>
              </a:ext>
            </a:extLst>
          </p:cNvPr>
          <p:cNvSpPr/>
          <p:nvPr/>
        </p:nvSpPr>
        <p:spPr>
          <a:xfrm>
            <a:off x="4043489" y="4601860"/>
            <a:ext cx="1250950" cy="793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detektor</a:t>
            </a:r>
            <a:r>
              <a:rPr lang="en-US" dirty="0"/>
              <a:t> T</a:t>
            </a:r>
          </a:p>
        </p:txBody>
      </p:sp>
      <p:cxnSp>
        <p:nvCxnSpPr>
          <p:cNvPr id="252" name="Straight Arrow Connector 218">
            <a:extLst>
              <a:ext uri="{FF2B5EF4-FFF2-40B4-BE49-F238E27FC236}">
                <a16:creationId xmlns:a16="http://schemas.microsoft.com/office/drawing/2014/main" id="{C5D73C17-1597-564E-6E2C-95569CD3881C}"/>
              </a:ext>
            </a:extLst>
          </p:cNvPr>
          <p:cNvCxnSpPr>
            <a:cxnSpLocks/>
            <a:stCxn id="6" idx="3"/>
            <a:endCxn id="251" idx="1"/>
          </p:cNvCxnSpPr>
          <p:nvPr/>
        </p:nvCxnSpPr>
        <p:spPr>
          <a:xfrm>
            <a:off x="2641599" y="4457700"/>
            <a:ext cx="1401890" cy="54103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98E7C09F-DE8F-04E9-73EB-F74B40794C0B}"/>
              </a:ext>
            </a:extLst>
          </p:cNvPr>
          <p:cNvSpPr txBox="1"/>
          <p:nvPr/>
        </p:nvSpPr>
        <p:spPr>
          <a:xfrm>
            <a:off x="0" y="4273034"/>
            <a:ext cx="666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ECG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81098745-D485-1D4E-A0C8-02619BA6B788}"/>
              </a:ext>
            </a:extLst>
          </p:cNvPr>
          <p:cNvSpPr txBox="1"/>
          <p:nvPr/>
        </p:nvSpPr>
        <p:spPr>
          <a:xfrm>
            <a:off x="6058296" y="990217"/>
            <a:ext cx="143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P</a:t>
            </a:r>
          </a:p>
        </p:txBody>
      </p:sp>
      <p:cxnSp>
        <p:nvCxnSpPr>
          <p:cNvPr id="264" name="Straight Arrow Connector 218">
            <a:extLst>
              <a:ext uri="{FF2B5EF4-FFF2-40B4-BE49-F238E27FC236}">
                <a16:creationId xmlns:a16="http://schemas.microsoft.com/office/drawing/2014/main" id="{00492B69-AAB9-D572-9E37-3E8E0DFCDFF0}"/>
              </a:ext>
            </a:extLst>
          </p:cNvPr>
          <p:cNvCxnSpPr>
            <a:cxnSpLocks/>
            <a:stCxn id="27" idx="0"/>
            <a:endCxn id="263" idx="1"/>
          </p:cNvCxnSpPr>
          <p:nvPr/>
        </p:nvCxnSpPr>
        <p:spPr>
          <a:xfrm rot="5400000" flipH="1" flipV="1">
            <a:off x="3719650" y="-598490"/>
            <a:ext cx="565273" cy="4112020"/>
          </a:xfrm>
          <a:prstGeom prst="bentConnector2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E8FF79B8-7706-B72C-AF25-26C6841FAAF5}"/>
              </a:ext>
            </a:extLst>
          </p:cNvPr>
          <p:cNvSpPr txBox="1"/>
          <p:nvPr/>
        </p:nvSpPr>
        <p:spPr>
          <a:xfrm>
            <a:off x="6058296" y="2059029"/>
            <a:ext cx="143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Q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A0BBE50A-7342-D2E5-DB13-86773DADD85F}"/>
              </a:ext>
            </a:extLst>
          </p:cNvPr>
          <p:cNvSpPr txBox="1"/>
          <p:nvPr/>
        </p:nvSpPr>
        <p:spPr>
          <a:xfrm>
            <a:off x="6058296" y="3415104"/>
            <a:ext cx="143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S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1F4249E1-F2DA-595D-E8AA-13713A9209E0}"/>
              </a:ext>
            </a:extLst>
          </p:cNvPr>
          <p:cNvSpPr txBox="1"/>
          <p:nvPr/>
        </p:nvSpPr>
        <p:spPr>
          <a:xfrm>
            <a:off x="6058296" y="4814064"/>
            <a:ext cx="143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parameter T</a:t>
            </a:r>
          </a:p>
        </p:txBody>
      </p:sp>
      <p:cxnSp>
        <p:nvCxnSpPr>
          <p:cNvPr id="274" name="Straight Arrow Connector 218">
            <a:extLst>
              <a:ext uri="{FF2B5EF4-FFF2-40B4-BE49-F238E27FC236}">
                <a16:creationId xmlns:a16="http://schemas.microsoft.com/office/drawing/2014/main" id="{A8F704D5-4DBD-A248-1D78-AE788F9AD274}"/>
              </a:ext>
            </a:extLst>
          </p:cNvPr>
          <p:cNvCxnSpPr>
            <a:cxnSpLocks/>
            <a:stCxn id="27" idx="3"/>
            <a:endCxn id="24" idx="0"/>
          </p:cNvCxnSpPr>
          <p:nvPr/>
        </p:nvCxnSpPr>
        <p:spPr>
          <a:xfrm flipV="1">
            <a:off x="2571751" y="1846825"/>
            <a:ext cx="2097213" cy="290202"/>
          </a:xfrm>
          <a:prstGeom prst="bentConnector4">
            <a:avLst>
              <a:gd name="adj1" fmla="val 35088"/>
              <a:gd name="adj2" fmla="val 215530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7" name="Straight Arrow Connector 218">
            <a:extLst>
              <a:ext uri="{FF2B5EF4-FFF2-40B4-BE49-F238E27FC236}">
                <a16:creationId xmlns:a16="http://schemas.microsoft.com/office/drawing/2014/main" id="{780D31F5-5C4B-880B-2839-B7FBA3D22303}"/>
              </a:ext>
            </a:extLst>
          </p:cNvPr>
          <p:cNvCxnSpPr>
            <a:cxnSpLocks/>
            <a:stCxn id="24" idx="2"/>
            <a:endCxn id="30" idx="0"/>
          </p:cNvCxnSpPr>
          <p:nvPr/>
        </p:nvCxnSpPr>
        <p:spPr>
          <a:xfrm>
            <a:off x="4668964" y="2640566"/>
            <a:ext cx="0" cy="562334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0" name="Straight Arrow Connector 218">
            <a:extLst>
              <a:ext uri="{FF2B5EF4-FFF2-40B4-BE49-F238E27FC236}">
                <a16:creationId xmlns:a16="http://schemas.microsoft.com/office/drawing/2014/main" id="{BF0F0BA9-D83E-DB55-F19A-47F26157FCB4}"/>
              </a:ext>
            </a:extLst>
          </p:cNvPr>
          <p:cNvCxnSpPr>
            <a:cxnSpLocks/>
            <a:stCxn id="30" idx="2"/>
            <a:endCxn id="251" idx="0"/>
          </p:cNvCxnSpPr>
          <p:nvPr/>
        </p:nvCxnSpPr>
        <p:spPr>
          <a:xfrm>
            <a:off x="4668964" y="3996641"/>
            <a:ext cx="0" cy="605219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3" name="Straight Arrow Connector 218">
            <a:extLst>
              <a:ext uri="{FF2B5EF4-FFF2-40B4-BE49-F238E27FC236}">
                <a16:creationId xmlns:a16="http://schemas.microsoft.com/office/drawing/2014/main" id="{67306891-920A-5413-554F-7C1F3F6B88C0}"/>
              </a:ext>
            </a:extLst>
          </p:cNvPr>
          <p:cNvCxnSpPr>
            <a:cxnSpLocks/>
            <a:stCxn id="24" idx="3"/>
            <a:endCxn id="269" idx="1"/>
          </p:cNvCxnSpPr>
          <p:nvPr/>
        </p:nvCxnSpPr>
        <p:spPr>
          <a:xfrm flipV="1">
            <a:off x="5294439" y="2243695"/>
            <a:ext cx="763857" cy="1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7" name="Straight Arrow Connector 218">
            <a:extLst>
              <a:ext uri="{FF2B5EF4-FFF2-40B4-BE49-F238E27FC236}">
                <a16:creationId xmlns:a16="http://schemas.microsoft.com/office/drawing/2014/main" id="{FAF33586-C4B7-6AE4-CE6C-7EB9C609F73D}"/>
              </a:ext>
            </a:extLst>
          </p:cNvPr>
          <p:cNvCxnSpPr>
            <a:cxnSpLocks/>
            <a:stCxn id="30" idx="3"/>
            <a:endCxn id="271" idx="1"/>
          </p:cNvCxnSpPr>
          <p:nvPr/>
        </p:nvCxnSpPr>
        <p:spPr>
          <a:xfrm flipV="1">
            <a:off x="5294439" y="3599770"/>
            <a:ext cx="763857" cy="1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1" name="Straight Arrow Connector 218">
            <a:extLst>
              <a:ext uri="{FF2B5EF4-FFF2-40B4-BE49-F238E27FC236}">
                <a16:creationId xmlns:a16="http://schemas.microsoft.com/office/drawing/2014/main" id="{4D4D46FF-41BC-CF3A-11F1-4E7D8203FD91}"/>
              </a:ext>
            </a:extLst>
          </p:cNvPr>
          <p:cNvCxnSpPr>
            <a:cxnSpLocks/>
            <a:stCxn id="251" idx="3"/>
            <a:endCxn id="273" idx="1"/>
          </p:cNvCxnSpPr>
          <p:nvPr/>
        </p:nvCxnSpPr>
        <p:spPr>
          <a:xfrm flipV="1">
            <a:off x="5294439" y="4998730"/>
            <a:ext cx="763857" cy="1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5" name="TextBox 294">
            <a:extLst>
              <a:ext uri="{FF2B5EF4-FFF2-40B4-BE49-F238E27FC236}">
                <a16:creationId xmlns:a16="http://schemas.microsoft.com/office/drawing/2014/main" id="{8AEC592C-ED94-1AF6-4884-243D0E8B2669}"/>
              </a:ext>
            </a:extLst>
          </p:cNvPr>
          <p:cNvSpPr txBox="1"/>
          <p:nvPr/>
        </p:nvSpPr>
        <p:spPr>
          <a:xfrm>
            <a:off x="3514374" y="846057"/>
            <a:ext cx="633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F9ED5"/>
                </a:solidFill>
              </a:rPr>
              <a:t>data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3D233B47-629C-C54B-4F5C-94D66B826499}"/>
              </a:ext>
            </a:extLst>
          </p:cNvPr>
          <p:cNvSpPr txBox="1"/>
          <p:nvPr/>
        </p:nvSpPr>
        <p:spPr>
          <a:xfrm>
            <a:off x="3514374" y="1190159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E97132"/>
                </a:solidFill>
              </a:rPr>
              <a:t>kontrol</a:t>
            </a:r>
            <a:endParaRPr lang="en-US" dirty="0">
              <a:solidFill>
                <a:srgbClr val="E9713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C5FE10-0E34-4C5C-A7B4-8BC4C7C381CA}"/>
              </a:ext>
            </a:extLst>
          </p:cNvPr>
          <p:cNvSpPr/>
          <p:nvPr/>
        </p:nvSpPr>
        <p:spPr>
          <a:xfrm>
            <a:off x="6058298" y="869954"/>
            <a:ext cx="1688956" cy="45199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pengekstraksi</a:t>
            </a:r>
            <a:r>
              <a:rPr lang="en-US" dirty="0"/>
              <a:t> </a:t>
            </a:r>
            <a:r>
              <a:rPr lang="en-US" dirty="0" err="1"/>
              <a:t>fitur</a:t>
            </a:r>
            <a:endParaRPr lang="en-US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2F09C168-2C68-CC39-EBB1-D0E9EAC78E60}"/>
              </a:ext>
            </a:extLst>
          </p:cNvPr>
          <p:cNvSpPr txBox="1"/>
          <p:nvPr/>
        </p:nvSpPr>
        <p:spPr>
          <a:xfrm>
            <a:off x="8316175" y="2808069"/>
            <a:ext cx="820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fitur</a:t>
            </a:r>
            <a:r>
              <a:rPr lang="en-US" dirty="0"/>
              <a:t> QRST</a:t>
            </a:r>
          </a:p>
        </p:txBody>
      </p:sp>
      <p:cxnSp>
        <p:nvCxnSpPr>
          <p:cNvPr id="194" name="Straight Arrow Connector 218">
            <a:extLst>
              <a:ext uri="{FF2B5EF4-FFF2-40B4-BE49-F238E27FC236}">
                <a16:creationId xmlns:a16="http://schemas.microsoft.com/office/drawing/2014/main" id="{641DA5F6-346E-A08E-29E0-E0472CEE62A7}"/>
              </a:ext>
            </a:extLst>
          </p:cNvPr>
          <p:cNvCxnSpPr>
            <a:cxnSpLocks/>
            <a:stCxn id="5" idx="3"/>
            <a:endCxn id="193" idx="1"/>
          </p:cNvCxnSpPr>
          <p:nvPr/>
        </p:nvCxnSpPr>
        <p:spPr>
          <a:xfrm>
            <a:off x="7747254" y="3129948"/>
            <a:ext cx="568921" cy="1287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932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60948D-BFAF-04A7-29E5-9A6004D330B8}"/>
              </a:ext>
            </a:extLst>
          </p:cNvPr>
          <p:cNvCxnSpPr>
            <a:cxnSpLocks/>
            <a:stCxn id="10" idx="3"/>
            <a:endCxn id="2" idx="2"/>
          </p:cNvCxnSpPr>
          <p:nvPr/>
        </p:nvCxnSpPr>
        <p:spPr>
          <a:xfrm>
            <a:off x="2019300" y="2513707"/>
            <a:ext cx="97155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3C820B-33A6-F0AF-35CD-DC80B0F4A6A6}"/>
              </a:ext>
            </a:extLst>
          </p:cNvPr>
          <p:cNvCxnSpPr>
            <a:cxnSpLocks/>
            <a:stCxn id="18" idx="3"/>
            <a:endCxn id="16" idx="2"/>
          </p:cNvCxnSpPr>
          <p:nvPr/>
        </p:nvCxnSpPr>
        <p:spPr>
          <a:xfrm>
            <a:off x="2019300" y="3064133"/>
            <a:ext cx="97155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E359026-B166-4122-2556-ACA8646920AC}"/>
              </a:ext>
            </a:extLst>
          </p:cNvPr>
          <p:cNvCxnSpPr>
            <a:cxnSpLocks/>
            <a:stCxn id="22" idx="3"/>
            <a:endCxn id="20" idx="2"/>
          </p:cNvCxnSpPr>
          <p:nvPr/>
        </p:nvCxnSpPr>
        <p:spPr>
          <a:xfrm>
            <a:off x="2019300" y="3949184"/>
            <a:ext cx="97155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811D95AC-B5DD-F8C6-CAFA-D9AC777668B1}"/>
              </a:ext>
            </a:extLst>
          </p:cNvPr>
          <p:cNvGrpSpPr/>
          <p:nvPr/>
        </p:nvGrpSpPr>
        <p:grpSpPr>
          <a:xfrm>
            <a:off x="2990850" y="2330827"/>
            <a:ext cx="365760" cy="1801237"/>
            <a:chOff x="2990850" y="2330827"/>
            <a:chExt cx="365760" cy="1801237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F02C298A-A035-767F-3986-2102314AF4FA}"/>
                </a:ext>
              </a:extLst>
            </p:cNvPr>
            <p:cNvSpPr/>
            <p:nvPr/>
          </p:nvSpPr>
          <p:spPr>
            <a:xfrm>
              <a:off x="2990850" y="2330827"/>
              <a:ext cx="365760" cy="3657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4C8DAFD-94AA-91F5-A71B-7EEA59903200}"/>
                </a:ext>
              </a:extLst>
            </p:cNvPr>
            <p:cNvSpPr/>
            <p:nvPr/>
          </p:nvSpPr>
          <p:spPr>
            <a:xfrm>
              <a:off x="2990850" y="2881253"/>
              <a:ext cx="365760" cy="3657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67D1F83-2B60-423F-A43E-992AC36D090E}"/>
                </a:ext>
              </a:extLst>
            </p:cNvPr>
            <p:cNvSpPr/>
            <p:nvPr/>
          </p:nvSpPr>
          <p:spPr>
            <a:xfrm>
              <a:off x="2990850" y="3766304"/>
              <a:ext cx="365760" cy="3657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E4BB77C-6B06-9A94-C379-58435D0B8A17}"/>
                    </a:ext>
                  </a:extLst>
                </p:cNvPr>
                <p:cNvSpPr txBox="1"/>
                <p:nvPr/>
              </p:nvSpPr>
              <p:spPr>
                <a:xfrm>
                  <a:off x="3022086" y="3321992"/>
                  <a:ext cx="3032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E4BB77C-6B06-9A94-C379-58435D0B8A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2086" y="3321992"/>
                  <a:ext cx="303288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03CA4CC-1522-FD60-DBA0-305D0C792881}"/>
              </a:ext>
            </a:extLst>
          </p:cNvPr>
          <p:cNvGrpSpPr/>
          <p:nvPr/>
        </p:nvGrpSpPr>
        <p:grpSpPr>
          <a:xfrm>
            <a:off x="4019550" y="2329041"/>
            <a:ext cx="365760" cy="1801237"/>
            <a:chOff x="3154045" y="4045327"/>
            <a:chExt cx="365760" cy="180123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E565D18-D05F-CB6D-3314-1E31E7195B36}"/>
                </a:ext>
              </a:extLst>
            </p:cNvPr>
            <p:cNvSpPr/>
            <p:nvPr/>
          </p:nvSpPr>
          <p:spPr>
            <a:xfrm>
              <a:off x="3154045" y="4045327"/>
              <a:ext cx="365760" cy="3657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E70B16A-9D59-2923-4BD7-F9AC7A6AE0B4}"/>
                </a:ext>
              </a:extLst>
            </p:cNvPr>
            <p:cNvSpPr/>
            <p:nvPr/>
          </p:nvSpPr>
          <p:spPr>
            <a:xfrm>
              <a:off x="3154045" y="4595753"/>
              <a:ext cx="365760" cy="3657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3C6C6FB-40EF-E14B-9ED6-58DBCFC09C51}"/>
                </a:ext>
              </a:extLst>
            </p:cNvPr>
            <p:cNvSpPr/>
            <p:nvPr/>
          </p:nvSpPr>
          <p:spPr>
            <a:xfrm>
              <a:off x="3154045" y="5480804"/>
              <a:ext cx="365760" cy="3657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5F22011-F25F-6226-4817-45BFFAF188B4}"/>
                    </a:ext>
                  </a:extLst>
                </p:cNvPr>
                <p:cNvSpPr txBox="1"/>
                <p:nvPr/>
              </p:nvSpPr>
              <p:spPr>
                <a:xfrm>
                  <a:off x="3185281" y="5036492"/>
                  <a:ext cx="3032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5F22011-F25F-6226-4817-45BFFAF188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5281" y="5036492"/>
                  <a:ext cx="30328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B772959-09C9-9E29-1D5B-CFE7D025057F}"/>
              </a:ext>
            </a:extLst>
          </p:cNvPr>
          <p:cNvGrpSpPr/>
          <p:nvPr/>
        </p:nvGrpSpPr>
        <p:grpSpPr>
          <a:xfrm>
            <a:off x="4933950" y="2329041"/>
            <a:ext cx="365760" cy="1801237"/>
            <a:chOff x="3154045" y="4045327"/>
            <a:chExt cx="365760" cy="1801237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1804A86-C0A6-1B06-CF94-DC585F6F3473}"/>
                </a:ext>
              </a:extLst>
            </p:cNvPr>
            <p:cNvSpPr/>
            <p:nvPr/>
          </p:nvSpPr>
          <p:spPr>
            <a:xfrm>
              <a:off x="3154045" y="4045327"/>
              <a:ext cx="365760" cy="3657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C038A74-48D6-D8EE-94C8-27DDE3E867B3}"/>
                </a:ext>
              </a:extLst>
            </p:cNvPr>
            <p:cNvSpPr/>
            <p:nvPr/>
          </p:nvSpPr>
          <p:spPr>
            <a:xfrm>
              <a:off x="3154045" y="4595753"/>
              <a:ext cx="365760" cy="3657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C7FD388-236D-2894-1433-6F72301DD278}"/>
                </a:ext>
              </a:extLst>
            </p:cNvPr>
            <p:cNvSpPr/>
            <p:nvPr/>
          </p:nvSpPr>
          <p:spPr>
            <a:xfrm>
              <a:off x="3154045" y="5480804"/>
              <a:ext cx="365760" cy="3657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7550A85-175A-1712-5573-6E5FFEBC3A32}"/>
                    </a:ext>
                  </a:extLst>
                </p:cNvPr>
                <p:cNvSpPr txBox="1"/>
                <p:nvPr/>
              </p:nvSpPr>
              <p:spPr>
                <a:xfrm>
                  <a:off x="3185281" y="5036492"/>
                  <a:ext cx="3032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7550A85-175A-1712-5573-6E5FFEBC3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5281" y="5036492"/>
                  <a:ext cx="30328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3FC5497-6229-CBA7-46A9-D2659BFCD359}"/>
              </a:ext>
            </a:extLst>
          </p:cNvPr>
          <p:cNvCxnSpPr>
            <a:cxnSpLocks/>
            <a:stCxn id="46" idx="3"/>
            <a:endCxn id="44" idx="2"/>
          </p:cNvCxnSpPr>
          <p:nvPr/>
        </p:nvCxnSpPr>
        <p:spPr>
          <a:xfrm flipH="1">
            <a:off x="6302496" y="2510135"/>
            <a:ext cx="97155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786C5AC-4C94-8BA9-8745-20E1677259B9}"/>
              </a:ext>
            </a:extLst>
          </p:cNvPr>
          <p:cNvCxnSpPr>
            <a:cxnSpLocks/>
            <a:stCxn id="50" idx="3"/>
            <a:endCxn id="48" idx="2"/>
          </p:cNvCxnSpPr>
          <p:nvPr/>
        </p:nvCxnSpPr>
        <p:spPr>
          <a:xfrm flipH="1">
            <a:off x="6302496" y="3060561"/>
            <a:ext cx="97155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977DEF0-C6DD-E3CC-64F2-562E0C71DF32}"/>
              </a:ext>
            </a:extLst>
          </p:cNvPr>
          <p:cNvCxnSpPr>
            <a:cxnSpLocks/>
            <a:stCxn id="54" idx="3"/>
            <a:endCxn id="52" idx="2"/>
          </p:cNvCxnSpPr>
          <p:nvPr/>
        </p:nvCxnSpPr>
        <p:spPr>
          <a:xfrm flipH="1">
            <a:off x="6302496" y="3945612"/>
            <a:ext cx="97155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064F77AA-25CD-5D4D-3C23-E14AC2281F1F}"/>
              </a:ext>
            </a:extLst>
          </p:cNvPr>
          <p:cNvGrpSpPr/>
          <p:nvPr/>
        </p:nvGrpSpPr>
        <p:grpSpPr>
          <a:xfrm>
            <a:off x="5936736" y="2327255"/>
            <a:ext cx="365760" cy="1801237"/>
            <a:chOff x="5936736" y="2327255"/>
            <a:chExt cx="365760" cy="1801237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24C28F9-C3A5-F833-B563-13CF213D8E8A}"/>
                </a:ext>
              </a:extLst>
            </p:cNvPr>
            <p:cNvSpPr/>
            <p:nvPr/>
          </p:nvSpPr>
          <p:spPr>
            <a:xfrm flipH="1">
              <a:off x="5936736" y="2327255"/>
              <a:ext cx="365760" cy="3657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92D2754-AE9C-5762-A05A-9F35490CB64D}"/>
                </a:ext>
              </a:extLst>
            </p:cNvPr>
            <p:cNvSpPr/>
            <p:nvPr/>
          </p:nvSpPr>
          <p:spPr>
            <a:xfrm flipH="1">
              <a:off x="5936736" y="2877681"/>
              <a:ext cx="365760" cy="3657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396F14D-CE90-7FEB-5D40-B3824C650B2E}"/>
                </a:ext>
              </a:extLst>
            </p:cNvPr>
            <p:cNvSpPr/>
            <p:nvPr/>
          </p:nvSpPr>
          <p:spPr>
            <a:xfrm flipH="1">
              <a:off x="5936736" y="3762732"/>
              <a:ext cx="365760" cy="3657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91E0725-DCE7-6C85-4D7C-9D1F75B7A46F}"/>
                    </a:ext>
                  </a:extLst>
                </p:cNvPr>
                <p:cNvSpPr txBox="1"/>
                <p:nvPr/>
              </p:nvSpPr>
              <p:spPr>
                <a:xfrm flipH="1">
                  <a:off x="5967972" y="3318420"/>
                  <a:ext cx="3032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91E0725-DCE7-6C85-4D7C-9D1F75B7A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967972" y="3318420"/>
                  <a:ext cx="30328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F412DED-FE0F-3F4D-49E3-1823E499C743}"/>
              </a:ext>
            </a:extLst>
          </p:cNvPr>
          <p:cNvCxnSpPr>
            <a:cxnSpLocks/>
            <a:stCxn id="2" idx="6"/>
            <a:endCxn id="25" idx="2"/>
          </p:cNvCxnSpPr>
          <p:nvPr/>
        </p:nvCxnSpPr>
        <p:spPr>
          <a:xfrm flipV="1">
            <a:off x="3356610" y="2511921"/>
            <a:ext cx="662940" cy="178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C7331DB-11EB-37A1-7843-ABEA8AC63726}"/>
              </a:ext>
            </a:extLst>
          </p:cNvPr>
          <p:cNvCxnSpPr>
            <a:cxnSpLocks/>
            <a:stCxn id="16" idx="6"/>
            <a:endCxn id="29" idx="2"/>
          </p:cNvCxnSpPr>
          <p:nvPr/>
        </p:nvCxnSpPr>
        <p:spPr>
          <a:xfrm flipV="1">
            <a:off x="3356610" y="3062347"/>
            <a:ext cx="662940" cy="178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F8173DF-F654-B095-2675-281AC4EA388A}"/>
              </a:ext>
            </a:extLst>
          </p:cNvPr>
          <p:cNvCxnSpPr>
            <a:cxnSpLocks/>
            <a:stCxn id="20" idx="6"/>
            <a:endCxn id="33" idx="2"/>
          </p:cNvCxnSpPr>
          <p:nvPr/>
        </p:nvCxnSpPr>
        <p:spPr>
          <a:xfrm flipV="1">
            <a:off x="3356610" y="3947398"/>
            <a:ext cx="662940" cy="178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FDCD2E6-2D8E-25E5-EE46-19A028A73D1C}"/>
              </a:ext>
            </a:extLst>
          </p:cNvPr>
          <p:cNvCxnSpPr>
            <a:cxnSpLocks/>
            <a:stCxn id="2" idx="6"/>
            <a:endCxn id="29" idx="1"/>
          </p:cNvCxnSpPr>
          <p:nvPr/>
        </p:nvCxnSpPr>
        <p:spPr>
          <a:xfrm>
            <a:off x="3356610" y="2513707"/>
            <a:ext cx="716504" cy="419324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E255870A-D189-5081-4AF7-CF348118DA9A}"/>
              </a:ext>
            </a:extLst>
          </p:cNvPr>
          <p:cNvCxnSpPr>
            <a:cxnSpLocks/>
            <a:stCxn id="2" idx="6"/>
            <a:endCxn id="33" idx="0"/>
          </p:cNvCxnSpPr>
          <p:nvPr/>
        </p:nvCxnSpPr>
        <p:spPr>
          <a:xfrm>
            <a:off x="3356610" y="2513707"/>
            <a:ext cx="845820" cy="125081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B53AF76-7CCD-CA1B-CB59-3AADAA4EA35E}"/>
              </a:ext>
            </a:extLst>
          </p:cNvPr>
          <p:cNvCxnSpPr>
            <a:cxnSpLocks/>
            <a:stCxn id="16" idx="6"/>
            <a:endCxn id="25" idx="3"/>
          </p:cNvCxnSpPr>
          <p:nvPr/>
        </p:nvCxnSpPr>
        <p:spPr>
          <a:xfrm flipV="1">
            <a:off x="3356610" y="2641237"/>
            <a:ext cx="716504" cy="42289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FD2D2719-2ED6-86D4-4472-FF2278770CFF}"/>
              </a:ext>
            </a:extLst>
          </p:cNvPr>
          <p:cNvCxnSpPr>
            <a:cxnSpLocks/>
            <a:stCxn id="16" idx="6"/>
            <a:endCxn id="33" idx="1"/>
          </p:cNvCxnSpPr>
          <p:nvPr/>
        </p:nvCxnSpPr>
        <p:spPr>
          <a:xfrm>
            <a:off x="3356610" y="3064133"/>
            <a:ext cx="716504" cy="753949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D80F8DEC-6E78-D9A8-DB4B-4294FE20EFD0}"/>
              </a:ext>
            </a:extLst>
          </p:cNvPr>
          <p:cNvCxnSpPr>
            <a:cxnSpLocks/>
            <a:stCxn id="20" idx="6"/>
            <a:endCxn id="25" idx="4"/>
          </p:cNvCxnSpPr>
          <p:nvPr/>
        </p:nvCxnSpPr>
        <p:spPr>
          <a:xfrm flipV="1">
            <a:off x="3356610" y="2694801"/>
            <a:ext cx="845820" cy="125438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A37F3FB-027E-A416-31A7-1018EE6D05F3}"/>
              </a:ext>
            </a:extLst>
          </p:cNvPr>
          <p:cNvCxnSpPr>
            <a:cxnSpLocks/>
            <a:stCxn id="20" idx="6"/>
            <a:endCxn id="29" idx="3"/>
          </p:cNvCxnSpPr>
          <p:nvPr/>
        </p:nvCxnSpPr>
        <p:spPr>
          <a:xfrm flipV="1">
            <a:off x="3356610" y="3191663"/>
            <a:ext cx="716504" cy="75752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B9BC8F44-B127-65F3-5AEB-F6AABC8F9AC5}"/>
              </a:ext>
            </a:extLst>
          </p:cNvPr>
          <p:cNvCxnSpPr>
            <a:cxnSpLocks/>
            <a:stCxn id="25" idx="6"/>
            <a:endCxn id="39" idx="2"/>
          </p:cNvCxnSpPr>
          <p:nvPr/>
        </p:nvCxnSpPr>
        <p:spPr>
          <a:xfrm>
            <a:off x="4385310" y="2511921"/>
            <a:ext cx="54864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AB71F567-8E4D-E358-59B8-7D81108B000C}"/>
              </a:ext>
            </a:extLst>
          </p:cNvPr>
          <p:cNvCxnSpPr>
            <a:cxnSpLocks/>
            <a:stCxn id="29" idx="6"/>
            <a:endCxn id="40" idx="2"/>
          </p:cNvCxnSpPr>
          <p:nvPr/>
        </p:nvCxnSpPr>
        <p:spPr>
          <a:xfrm>
            <a:off x="4385310" y="3062347"/>
            <a:ext cx="54864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6FDD266B-F951-FC45-92FB-0A85F6D8CCCD}"/>
              </a:ext>
            </a:extLst>
          </p:cNvPr>
          <p:cNvCxnSpPr>
            <a:cxnSpLocks/>
            <a:stCxn id="33" idx="6"/>
            <a:endCxn id="41" idx="2"/>
          </p:cNvCxnSpPr>
          <p:nvPr/>
        </p:nvCxnSpPr>
        <p:spPr>
          <a:xfrm>
            <a:off x="4385310" y="3947398"/>
            <a:ext cx="54864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68BEE0C-6133-8A61-6F8A-D3059E937452}"/>
              </a:ext>
            </a:extLst>
          </p:cNvPr>
          <p:cNvCxnSpPr>
            <a:cxnSpLocks/>
            <a:stCxn id="39" idx="6"/>
            <a:endCxn id="44" idx="6"/>
          </p:cNvCxnSpPr>
          <p:nvPr/>
        </p:nvCxnSpPr>
        <p:spPr>
          <a:xfrm flipV="1">
            <a:off x="5299710" y="2510135"/>
            <a:ext cx="637026" cy="178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F65ED499-4B68-749C-D132-6348C2C97FCC}"/>
              </a:ext>
            </a:extLst>
          </p:cNvPr>
          <p:cNvCxnSpPr>
            <a:cxnSpLocks/>
            <a:stCxn id="40" idx="6"/>
            <a:endCxn id="48" idx="6"/>
          </p:cNvCxnSpPr>
          <p:nvPr/>
        </p:nvCxnSpPr>
        <p:spPr>
          <a:xfrm flipV="1">
            <a:off x="5299710" y="3060561"/>
            <a:ext cx="637026" cy="178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1999C28-8007-2EDA-7CA6-B25ED2204BE8}"/>
              </a:ext>
            </a:extLst>
          </p:cNvPr>
          <p:cNvCxnSpPr>
            <a:cxnSpLocks/>
            <a:stCxn id="41" idx="6"/>
            <a:endCxn id="52" idx="6"/>
          </p:cNvCxnSpPr>
          <p:nvPr/>
        </p:nvCxnSpPr>
        <p:spPr>
          <a:xfrm flipV="1">
            <a:off x="5299710" y="3945612"/>
            <a:ext cx="637026" cy="178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AEA75EA2-7908-0388-A37F-C86AB4905C5A}"/>
              </a:ext>
            </a:extLst>
          </p:cNvPr>
          <p:cNvCxnSpPr>
            <a:cxnSpLocks/>
            <a:stCxn id="25" idx="6"/>
            <a:endCxn id="40" idx="1"/>
          </p:cNvCxnSpPr>
          <p:nvPr/>
        </p:nvCxnSpPr>
        <p:spPr>
          <a:xfrm>
            <a:off x="4385310" y="2511921"/>
            <a:ext cx="602204" cy="42111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072A96BA-4BE4-B352-D808-B596B68F0D9E}"/>
              </a:ext>
            </a:extLst>
          </p:cNvPr>
          <p:cNvCxnSpPr>
            <a:cxnSpLocks/>
            <a:stCxn id="39" idx="6"/>
            <a:endCxn id="48" idx="7"/>
          </p:cNvCxnSpPr>
          <p:nvPr/>
        </p:nvCxnSpPr>
        <p:spPr>
          <a:xfrm>
            <a:off x="5299710" y="2511921"/>
            <a:ext cx="690590" cy="419324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D88436BD-E87A-76AA-C2B6-454FE5C179D7}"/>
              </a:ext>
            </a:extLst>
          </p:cNvPr>
          <p:cNvCxnSpPr>
            <a:cxnSpLocks/>
            <a:stCxn id="25" idx="6"/>
            <a:endCxn id="41" idx="0"/>
          </p:cNvCxnSpPr>
          <p:nvPr/>
        </p:nvCxnSpPr>
        <p:spPr>
          <a:xfrm>
            <a:off x="4385310" y="2511921"/>
            <a:ext cx="731520" cy="1252597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A2308FF5-B8F7-7AE1-ABD9-A3510BCEFE64}"/>
              </a:ext>
            </a:extLst>
          </p:cNvPr>
          <p:cNvCxnSpPr>
            <a:cxnSpLocks/>
            <a:stCxn id="39" idx="6"/>
            <a:endCxn id="52" idx="0"/>
          </p:cNvCxnSpPr>
          <p:nvPr/>
        </p:nvCxnSpPr>
        <p:spPr>
          <a:xfrm>
            <a:off x="5299710" y="2511921"/>
            <a:ext cx="819906" cy="125081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641F071D-3302-9D63-6B01-3A1CD2BB6688}"/>
              </a:ext>
            </a:extLst>
          </p:cNvPr>
          <p:cNvCxnSpPr>
            <a:cxnSpLocks/>
            <a:stCxn id="29" idx="6"/>
            <a:endCxn id="39" idx="3"/>
          </p:cNvCxnSpPr>
          <p:nvPr/>
        </p:nvCxnSpPr>
        <p:spPr>
          <a:xfrm flipV="1">
            <a:off x="4385310" y="2641237"/>
            <a:ext cx="602204" cy="42111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D575BE88-3BFC-CA9B-5871-98C40A2B8D23}"/>
              </a:ext>
            </a:extLst>
          </p:cNvPr>
          <p:cNvCxnSpPr>
            <a:cxnSpLocks/>
            <a:stCxn id="40" idx="6"/>
            <a:endCxn id="44" idx="5"/>
          </p:cNvCxnSpPr>
          <p:nvPr/>
        </p:nvCxnSpPr>
        <p:spPr>
          <a:xfrm flipV="1">
            <a:off x="5299710" y="2639451"/>
            <a:ext cx="690590" cy="42289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14C0E03C-15D8-A8A5-1A4F-0D7A1020F98B}"/>
              </a:ext>
            </a:extLst>
          </p:cNvPr>
          <p:cNvCxnSpPr>
            <a:cxnSpLocks/>
            <a:stCxn id="40" idx="6"/>
            <a:endCxn id="52" idx="7"/>
          </p:cNvCxnSpPr>
          <p:nvPr/>
        </p:nvCxnSpPr>
        <p:spPr>
          <a:xfrm>
            <a:off x="5299710" y="3062347"/>
            <a:ext cx="690590" cy="753949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DD35FB7E-74AD-D977-7B8D-CEA882BED0A9}"/>
              </a:ext>
            </a:extLst>
          </p:cNvPr>
          <p:cNvCxnSpPr>
            <a:cxnSpLocks/>
            <a:stCxn id="29" idx="6"/>
            <a:endCxn id="41" idx="1"/>
          </p:cNvCxnSpPr>
          <p:nvPr/>
        </p:nvCxnSpPr>
        <p:spPr>
          <a:xfrm>
            <a:off x="4385310" y="3062347"/>
            <a:ext cx="602204" cy="755735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981201F5-88A9-B58D-A41F-C31CC9385AD2}"/>
              </a:ext>
            </a:extLst>
          </p:cNvPr>
          <p:cNvCxnSpPr>
            <a:cxnSpLocks/>
            <a:stCxn id="33" idx="6"/>
            <a:endCxn id="39" idx="4"/>
          </p:cNvCxnSpPr>
          <p:nvPr/>
        </p:nvCxnSpPr>
        <p:spPr>
          <a:xfrm flipV="1">
            <a:off x="4385310" y="2694801"/>
            <a:ext cx="731520" cy="1252597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37C5EC3F-C912-C7ED-C2B2-E5006351671F}"/>
              </a:ext>
            </a:extLst>
          </p:cNvPr>
          <p:cNvCxnSpPr>
            <a:cxnSpLocks/>
            <a:stCxn id="41" idx="6"/>
            <a:endCxn id="44" idx="4"/>
          </p:cNvCxnSpPr>
          <p:nvPr/>
        </p:nvCxnSpPr>
        <p:spPr>
          <a:xfrm flipV="1">
            <a:off x="5299710" y="2693015"/>
            <a:ext cx="819906" cy="125438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19380906-3646-F42D-CD0A-5767B5E9BF03}"/>
              </a:ext>
            </a:extLst>
          </p:cNvPr>
          <p:cNvCxnSpPr>
            <a:cxnSpLocks/>
            <a:stCxn id="33" idx="6"/>
            <a:endCxn id="40" idx="3"/>
          </p:cNvCxnSpPr>
          <p:nvPr/>
        </p:nvCxnSpPr>
        <p:spPr>
          <a:xfrm flipV="1">
            <a:off x="4385310" y="3191663"/>
            <a:ext cx="602204" cy="755735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530CD809-485B-9B65-5576-5B2689D92EF0}"/>
              </a:ext>
            </a:extLst>
          </p:cNvPr>
          <p:cNvCxnSpPr>
            <a:cxnSpLocks/>
            <a:stCxn id="41" idx="6"/>
            <a:endCxn id="48" idx="5"/>
          </p:cNvCxnSpPr>
          <p:nvPr/>
        </p:nvCxnSpPr>
        <p:spPr>
          <a:xfrm flipV="1">
            <a:off x="5299710" y="3189877"/>
            <a:ext cx="690590" cy="75752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692E2E39-ECA9-E83E-088D-F0C23E8A6694}"/>
              </a:ext>
            </a:extLst>
          </p:cNvPr>
          <p:cNvGrpSpPr/>
          <p:nvPr/>
        </p:nvGrpSpPr>
        <p:grpSpPr>
          <a:xfrm>
            <a:off x="7274046" y="2325469"/>
            <a:ext cx="1384300" cy="1804809"/>
            <a:chOff x="7274046" y="2325469"/>
            <a:chExt cx="1384300" cy="1804809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BA793A16-A224-81DB-9546-E7320C599656}"/>
                </a:ext>
              </a:extLst>
            </p:cNvPr>
            <p:cNvGrpSpPr/>
            <p:nvPr/>
          </p:nvGrpSpPr>
          <p:grpSpPr>
            <a:xfrm>
              <a:off x="7274046" y="2325469"/>
              <a:ext cx="1384300" cy="1804809"/>
              <a:chOff x="7274046" y="2325469"/>
              <a:chExt cx="1384300" cy="1804809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F6B0EC-773E-E409-0BC6-A6844FE7690A}"/>
                  </a:ext>
                </a:extLst>
              </p:cNvPr>
              <p:cNvSpPr txBox="1"/>
              <p:nvPr/>
            </p:nvSpPr>
            <p:spPr>
              <a:xfrm flipH="1">
                <a:off x="7274046" y="2325469"/>
                <a:ext cx="1384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normal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884BC64-AF56-E284-A21C-7353D8617861}"/>
                  </a:ext>
                </a:extLst>
              </p:cNvPr>
              <p:cNvSpPr txBox="1"/>
              <p:nvPr/>
            </p:nvSpPr>
            <p:spPr>
              <a:xfrm flipH="1">
                <a:off x="7274046" y="2875895"/>
                <a:ext cx="1384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abnormal 1 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73C6431-E3C2-8035-84D3-FB2600A5D330}"/>
                  </a:ext>
                </a:extLst>
              </p:cNvPr>
              <p:cNvSpPr txBox="1"/>
              <p:nvPr/>
            </p:nvSpPr>
            <p:spPr>
              <a:xfrm flipH="1">
                <a:off x="7274046" y="3760946"/>
                <a:ext cx="1384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bukan</a:t>
                </a:r>
                <a:r>
                  <a:rPr lang="en-US" dirty="0"/>
                  <a:t> ECG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7E4577B-85CC-7FA0-44C6-36950E2411EC}"/>
                    </a:ext>
                  </a:extLst>
                </p:cNvPr>
                <p:cNvSpPr txBox="1"/>
                <p:nvPr/>
              </p:nvSpPr>
              <p:spPr>
                <a:xfrm flipH="1">
                  <a:off x="7662908" y="3318420"/>
                  <a:ext cx="3032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7E4577B-85CC-7FA0-44C6-36950E241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7662908" y="3318420"/>
                  <a:ext cx="30328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0A58576F-0BC7-D111-72BB-0B901B608EDB}"/>
              </a:ext>
            </a:extLst>
          </p:cNvPr>
          <p:cNvGrpSpPr/>
          <p:nvPr/>
        </p:nvGrpSpPr>
        <p:grpSpPr>
          <a:xfrm>
            <a:off x="635000" y="2329041"/>
            <a:ext cx="1384300" cy="1804809"/>
            <a:chOff x="635000" y="2329041"/>
            <a:chExt cx="1384300" cy="1804809"/>
          </a:xfrm>
        </p:grpSpPr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735E7D46-1A3F-198E-84D0-C18BB657F63D}"/>
                </a:ext>
              </a:extLst>
            </p:cNvPr>
            <p:cNvGrpSpPr/>
            <p:nvPr/>
          </p:nvGrpSpPr>
          <p:grpSpPr>
            <a:xfrm>
              <a:off x="635000" y="2329041"/>
              <a:ext cx="1384300" cy="1804809"/>
              <a:chOff x="635000" y="2329041"/>
              <a:chExt cx="1384300" cy="1804809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E53B28-A9AE-0CB3-C8CA-32FB7794FBA9}"/>
                  </a:ext>
                </a:extLst>
              </p:cNvPr>
              <p:cNvSpPr txBox="1"/>
              <p:nvPr/>
            </p:nvSpPr>
            <p:spPr>
              <a:xfrm>
                <a:off x="635000" y="2329041"/>
                <a:ext cx="1384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fitur</a:t>
                </a:r>
                <a:r>
                  <a:rPr lang="en-US" dirty="0"/>
                  <a:t> QRST 1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B03662-F751-4D41-5D4F-A4B2DC5A9B6B}"/>
                  </a:ext>
                </a:extLst>
              </p:cNvPr>
              <p:cNvSpPr txBox="1"/>
              <p:nvPr/>
            </p:nvSpPr>
            <p:spPr>
              <a:xfrm>
                <a:off x="635000" y="2879467"/>
                <a:ext cx="1384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fitur</a:t>
                </a:r>
                <a:r>
                  <a:rPr lang="en-US" dirty="0"/>
                  <a:t> QRST 2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35D5F36-04DE-1305-09CF-6C8339D7F176}"/>
                  </a:ext>
                </a:extLst>
              </p:cNvPr>
              <p:cNvSpPr txBox="1"/>
              <p:nvPr/>
            </p:nvSpPr>
            <p:spPr>
              <a:xfrm>
                <a:off x="635000" y="3764518"/>
                <a:ext cx="1384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fitur</a:t>
                </a:r>
                <a:r>
                  <a:rPr lang="en-US" dirty="0"/>
                  <a:t> QRST K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157C7255-22EB-3F98-E059-1D12721D5CC8}"/>
                    </a:ext>
                  </a:extLst>
                </p:cNvPr>
                <p:cNvSpPr txBox="1"/>
                <p:nvPr/>
              </p:nvSpPr>
              <p:spPr>
                <a:xfrm flipH="1">
                  <a:off x="1110222" y="3383971"/>
                  <a:ext cx="3032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157C7255-22EB-3F98-E059-1D12721D5C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110222" y="3383971"/>
                  <a:ext cx="30328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99191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606</TotalTime>
  <Words>80</Words>
  <Application>Microsoft Office PowerPoint</Application>
  <PresentationFormat>On-screen Show (4:3)</PresentationFormat>
  <Paragraphs>51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Nanang Sulistiyanto</dc:creator>
  <cp:lastModifiedBy>Nanang Sulistiyanto</cp:lastModifiedBy>
  <cp:revision>5</cp:revision>
  <dcterms:created xsi:type="dcterms:W3CDTF">2026-10-08T14:55:53Z</dcterms:created>
  <dcterms:modified xsi:type="dcterms:W3CDTF">2026-10-09T01:03:53Z</dcterms:modified>
</cp:coreProperties>
</file>